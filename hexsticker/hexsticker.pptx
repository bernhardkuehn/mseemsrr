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6676"/>
    <a:srgbClr val="F4AB34"/>
    <a:srgbClr val="C2ECE2"/>
    <a:srgbClr val="C7760B"/>
    <a:srgbClr val="82E4D6"/>
    <a:srgbClr val="3A988F"/>
    <a:srgbClr val="44B2A8"/>
    <a:srgbClr val="29B2CD"/>
    <a:srgbClr val="1D7F91"/>
    <a:srgbClr val="F29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66" d="100"/>
          <a:sy n="66" d="100"/>
        </p:scale>
        <p:origin x="1282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CE2BD-E19F-4C44-B6BF-A25EA2246A11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39061-0B31-4252-9CFA-F9D1C08F2C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9761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CBF04-5686-4E1C-86C5-F7018C576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CA0B70-AAA0-4E65-9687-AFE66EE2C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717941-A97D-42BA-B2E4-EDCB88EE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3D5537-DF1D-42C7-8FE8-3401A559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D5DFF0-5610-443E-8C3F-4C8FEE33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85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39ED4-861D-4519-A39D-677E66E8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00EAFE-F187-4E60-87A8-B37AD29C3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34435A-67AE-40B4-BF2A-EF1BCC0A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174BB3-CC14-431B-9A0D-3820BB8EA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8D3EF7-2CF6-43B9-9D61-E261BCD2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154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1BB1F-7FB2-4197-8E28-07B0AF665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63C0D5-00CB-45E6-8CE5-F6B97014F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047BE1-2112-4F8B-BA80-7FABF980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79D6A1-6FF4-41D6-9931-3E2D16B1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03ABA0-4237-480C-8A17-D76EE26E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516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A27C77-60B0-495A-B9B8-FFCA96C2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2F661C-B3F4-430E-AC6A-C39047969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392ECF-A6EF-42BA-9837-54627AB89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8B3510-B7F2-440A-8E86-C19C6052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879D17-6EE2-41BC-8E04-A0914E2E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6470C2-E8CF-45DB-97FE-3189BD76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296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D488B-CBEB-4CA5-A05C-52B1D6B4D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6D2032-6FD2-4A21-9E38-73929E7D3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41170C-90C2-4CED-9364-4EB2C3B3E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DF363D2-E664-41D9-960D-19339840D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442E50-D10A-418C-9457-FF550254F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DC2187E-72C8-4AC0-8F5A-2E39946E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1E67D0A-1822-4E71-9CF5-7F09D181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FEC5B93-03E5-46C8-ACCD-D7D23F3A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188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B715C8-8E9E-4DCD-8D54-12896337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4A2594-E1C6-4B34-BF01-E40798AA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A89817-6549-452D-A752-DBD4ABB1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951EA6-84E9-437C-AE43-CC6B0199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3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AE33F7C-F0FC-4B7F-AA95-4013327E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0B3FF9-968B-4F1C-8001-71E3C61D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FA53F52-7FD7-44CF-982C-B86EB004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876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C7A9B-0997-4D64-ADF6-A7AFE714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4AC200-9930-4DB2-A070-4AA36B211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6480B4-E045-45D8-9CD6-DF246690F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FD711A-411C-4F88-B0E1-5B8D699B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D92D550-A53B-4653-98FD-E6C956B4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E1747B-D73D-421F-BE69-71642F86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7984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B3025-F67C-43A0-955B-01212F17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0746F6D-288F-4F13-9B49-57387F8FB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A9047-00D9-4974-B1F0-2631B6409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9452C7-1B7E-421A-B197-0BB41809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9E53DA-EC10-4148-A8EE-16E6ABBE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20572D-E009-40FF-AD92-EA06A739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218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2C82B-31FE-4B06-8B81-DB6505CCE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B790C02-8F27-4532-99E9-07582440E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B8831-0174-495B-A7C1-9A97FF9A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BF284E-65D7-4FE9-A989-EF069C6A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B6C887-65FA-4FD8-B190-B044AE17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2621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BFA8846-9201-4DB8-B870-9B8CC941D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C18D3B-1979-48EB-A7F7-9AFC99E66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CBABAF-4A51-4E50-BAC5-26F6662BC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9F26E5-9437-4631-8AEC-F80A89E04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749033-6BA0-4952-8512-3FF2F60A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61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5558838-A339-47B6-8720-3CD8A241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9C37D8-1118-400F-A26F-5B20C1C64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5413D9-9C18-41CA-92F1-489AEA7AA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F4A01-8A6C-462E-A9C6-84BCAF79A607}" type="datetimeFigureOut">
              <a:rPr lang="de-DE" smtClean="0"/>
              <a:t>12.06.2025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E33A54-4D74-4DED-8514-09D934BE2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E33315-E451-4F0C-A43A-B8BA121D2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31194-6F78-44D1-B4CE-FDE5D909B7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66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reihandform: Form 86">
            <a:extLst>
              <a:ext uri="{FF2B5EF4-FFF2-40B4-BE49-F238E27FC236}">
                <a16:creationId xmlns:a16="http://schemas.microsoft.com/office/drawing/2014/main" id="{4778381E-EC2C-4D96-BE25-748FB789A5F2}"/>
              </a:ext>
            </a:extLst>
          </p:cNvPr>
          <p:cNvSpPr/>
          <p:nvPr/>
        </p:nvSpPr>
        <p:spPr>
          <a:xfrm rot="1600008">
            <a:off x="4105035" y="3707515"/>
            <a:ext cx="3582020" cy="3121100"/>
          </a:xfrm>
          <a:custGeom>
            <a:avLst/>
            <a:gdLst>
              <a:gd name="connsiteX0" fmla="*/ 212271 w 3588143"/>
              <a:gd name="connsiteY0" fmla="*/ 29503 h 3157473"/>
              <a:gd name="connsiteX1" fmla="*/ 1687925 w 3588143"/>
              <a:gd name="connsiteY1" fmla="*/ 827286 h 3157473"/>
              <a:gd name="connsiteX2" fmla="*/ 3458920 w 3588143"/>
              <a:gd name="connsiteY2" fmla="*/ 684850 h 3157473"/>
              <a:gd name="connsiteX3" fmla="*/ 3588143 w 3588143"/>
              <a:gd name="connsiteY3" fmla="*/ 648572 h 3157473"/>
              <a:gd name="connsiteX4" fmla="*/ 3582020 w 3588143"/>
              <a:gd name="connsiteY4" fmla="*/ 1379231 h 3157473"/>
              <a:gd name="connsiteX5" fmla="*/ 3581557 w 3588143"/>
              <a:gd name="connsiteY5" fmla="*/ 1379543 h 3157473"/>
              <a:gd name="connsiteX6" fmla="*/ 3578963 w 3588143"/>
              <a:gd name="connsiteY6" fmla="*/ 1701247 h 3157473"/>
              <a:gd name="connsiteX7" fmla="*/ 1537750 w 3588143"/>
              <a:gd name="connsiteY7" fmla="*/ 2759720 h 3157473"/>
              <a:gd name="connsiteX8" fmla="*/ 1527371 w 3588143"/>
              <a:gd name="connsiteY8" fmla="*/ 2766729 h 3157473"/>
              <a:gd name="connsiteX9" fmla="*/ 743982 w 3588143"/>
              <a:gd name="connsiteY9" fmla="*/ 3157473 h 3157473"/>
              <a:gd name="connsiteX10" fmla="*/ 62288 w 3588143"/>
              <a:gd name="connsiteY10" fmla="*/ 2651860 h 3157473"/>
              <a:gd name="connsiteX11" fmla="*/ 37419 w 3588143"/>
              <a:gd name="connsiteY11" fmla="*/ 2165899 h 3157473"/>
              <a:gd name="connsiteX12" fmla="*/ 124275 w 3588143"/>
              <a:gd name="connsiteY12" fmla="*/ 127529 h 3157473"/>
              <a:gd name="connsiteX13" fmla="*/ 212271 w 3588143"/>
              <a:gd name="connsiteY13" fmla="*/ 29503 h 3157473"/>
              <a:gd name="connsiteX0" fmla="*/ 212271 w 3588143"/>
              <a:gd name="connsiteY0" fmla="*/ 21794 h 3149764"/>
              <a:gd name="connsiteX1" fmla="*/ 2253850 w 3588143"/>
              <a:gd name="connsiteY1" fmla="*/ 1177391 h 3149764"/>
              <a:gd name="connsiteX2" fmla="*/ 3458920 w 3588143"/>
              <a:gd name="connsiteY2" fmla="*/ 677141 h 3149764"/>
              <a:gd name="connsiteX3" fmla="*/ 3588143 w 3588143"/>
              <a:gd name="connsiteY3" fmla="*/ 640863 h 3149764"/>
              <a:gd name="connsiteX4" fmla="*/ 3582020 w 3588143"/>
              <a:gd name="connsiteY4" fmla="*/ 1371522 h 3149764"/>
              <a:gd name="connsiteX5" fmla="*/ 3581557 w 3588143"/>
              <a:gd name="connsiteY5" fmla="*/ 1371834 h 3149764"/>
              <a:gd name="connsiteX6" fmla="*/ 3578963 w 3588143"/>
              <a:gd name="connsiteY6" fmla="*/ 1693538 h 3149764"/>
              <a:gd name="connsiteX7" fmla="*/ 1537750 w 3588143"/>
              <a:gd name="connsiteY7" fmla="*/ 2752011 h 3149764"/>
              <a:gd name="connsiteX8" fmla="*/ 1527371 w 3588143"/>
              <a:gd name="connsiteY8" fmla="*/ 2759020 h 3149764"/>
              <a:gd name="connsiteX9" fmla="*/ 743982 w 3588143"/>
              <a:gd name="connsiteY9" fmla="*/ 3149764 h 3149764"/>
              <a:gd name="connsiteX10" fmla="*/ 62288 w 3588143"/>
              <a:gd name="connsiteY10" fmla="*/ 2644151 h 3149764"/>
              <a:gd name="connsiteX11" fmla="*/ 37419 w 3588143"/>
              <a:gd name="connsiteY11" fmla="*/ 2158190 h 3149764"/>
              <a:gd name="connsiteX12" fmla="*/ 124275 w 3588143"/>
              <a:gd name="connsiteY12" fmla="*/ 119820 h 3149764"/>
              <a:gd name="connsiteX13" fmla="*/ 212271 w 3588143"/>
              <a:gd name="connsiteY13" fmla="*/ 21794 h 3149764"/>
              <a:gd name="connsiteX0" fmla="*/ 212271 w 3588143"/>
              <a:gd name="connsiteY0" fmla="*/ 21832 h 3149802"/>
              <a:gd name="connsiteX1" fmla="*/ 2253850 w 3588143"/>
              <a:gd name="connsiteY1" fmla="*/ 1177429 h 3149802"/>
              <a:gd name="connsiteX2" fmla="*/ 3098329 w 3588143"/>
              <a:gd name="connsiteY2" fmla="*/ 808117 h 3149802"/>
              <a:gd name="connsiteX3" fmla="*/ 3588143 w 3588143"/>
              <a:gd name="connsiteY3" fmla="*/ 640901 h 3149802"/>
              <a:gd name="connsiteX4" fmla="*/ 3582020 w 3588143"/>
              <a:gd name="connsiteY4" fmla="*/ 1371560 h 3149802"/>
              <a:gd name="connsiteX5" fmla="*/ 3581557 w 3588143"/>
              <a:gd name="connsiteY5" fmla="*/ 1371872 h 3149802"/>
              <a:gd name="connsiteX6" fmla="*/ 3578963 w 3588143"/>
              <a:gd name="connsiteY6" fmla="*/ 1693576 h 3149802"/>
              <a:gd name="connsiteX7" fmla="*/ 1537750 w 3588143"/>
              <a:gd name="connsiteY7" fmla="*/ 2752049 h 3149802"/>
              <a:gd name="connsiteX8" fmla="*/ 1527371 w 3588143"/>
              <a:gd name="connsiteY8" fmla="*/ 2759058 h 3149802"/>
              <a:gd name="connsiteX9" fmla="*/ 743982 w 3588143"/>
              <a:gd name="connsiteY9" fmla="*/ 3149802 h 3149802"/>
              <a:gd name="connsiteX10" fmla="*/ 62288 w 3588143"/>
              <a:gd name="connsiteY10" fmla="*/ 2644189 h 3149802"/>
              <a:gd name="connsiteX11" fmla="*/ 37419 w 3588143"/>
              <a:gd name="connsiteY11" fmla="*/ 2158228 h 3149802"/>
              <a:gd name="connsiteX12" fmla="*/ 124275 w 3588143"/>
              <a:gd name="connsiteY12" fmla="*/ 119858 h 3149802"/>
              <a:gd name="connsiteX13" fmla="*/ 212271 w 3588143"/>
              <a:gd name="connsiteY13" fmla="*/ 21832 h 3149802"/>
              <a:gd name="connsiteX0" fmla="*/ 212271 w 3588143"/>
              <a:gd name="connsiteY0" fmla="*/ 22545 h 3150515"/>
              <a:gd name="connsiteX1" fmla="*/ 2253850 w 3588143"/>
              <a:gd name="connsiteY1" fmla="*/ 1178142 h 3150515"/>
              <a:gd name="connsiteX2" fmla="*/ 3257164 w 3588143"/>
              <a:gd name="connsiteY2" fmla="*/ 1075157 h 3150515"/>
              <a:gd name="connsiteX3" fmla="*/ 3588143 w 3588143"/>
              <a:gd name="connsiteY3" fmla="*/ 641614 h 3150515"/>
              <a:gd name="connsiteX4" fmla="*/ 3582020 w 3588143"/>
              <a:gd name="connsiteY4" fmla="*/ 1372273 h 3150515"/>
              <a:gd name="connsiteX5" fmla="*/ 3581557 w 3588143"/>
              <a:gd name="connsiteY5" fmla="*/ 1372585 h 3150515"/>
              <a:gd name="connsiteX6" fmla="*/ 3578963 w 3588143"/>
              <a:gd name="connsiteY6" fmla="*/ 1694289 h 3150515"/>
              <a:gd name="connsiteX7" fmla="*/ 1537750 w 3588143"/>
              <a:gd name="connsiteY7" fmla="*/ 2752762 h 3150515"/>
              <a:gd name="connsiteX8" fmla="*/ 1527371 w 3588143"/>
              <a:gd name="connsiteY8" fmla="*/ 2759771 h 3150515"/>
              <a:gd name="connsiteX9" fmla="*/ 743982 w 3588143"/>
              <a:gd name="connsiteY9" fmla="*/ 3150515 h 3150515"/>
              <a:gd name="connsiteX10" fmla="*/ 62288 w 3588143"/>
              <a:gd name="connsiteY10" fmla="*/ 2644902 h 3150515"/>
              <a:gd name="connsiteX11" fmla="*/ 37419 w 3588143"/>
              <a:gd name="connsiteY11" fmla="*/ 2158941 h 3150515"/>
              <a:gd name="connsiteX12" fmla="*/ 124275 w 3588143"/>
              <a:gd name="connsiteY12" fmla="*/ 120571 h 3150515"/>
              <a:gd name="connsiteX13" fmla="*/ 212271 w 3588143"/>
              <a:gd name="connsiteY13" fmla="*/ 22545 h 3150515"/>
              <a:gd name="connsiteX0" fmla="*/ 212271 w 3582020"/>
              <a:gd name="connsiteY0" fmla="*/ 22545 h 3150515"/>
              <a:gd name="connsiteX1" fmla="*/ 2253850 w 3582020"/>
              <a:gd name="connsiteY1" fmla="*/ 1178142 h 3150515"/>
              <a:gd name="connsiteX2" fmla="*/ 3257164 w 3582020"/>
              <a:gd name="connsiteY2" fmla="*/ 1075157 h 3150515"/>
              <a:gd name="connsiteX3" fmla="*/ 3556686 w 3582020"/>
              <a:gd name="connsiteY3" fmla="*/ 988461 h 3150515"/>
              <a:gd name="connsiteX4" fmla="*/ 3582020 w 3582020"/>
              <a:gd name="connsiteY4" fmla="*/ 1372273 h 3150515"/>
              <a:gd name="connsiteX5" fmla="*/ 3581557 w 3582020"/>
              <a:gd name="connsiteY5" fmla="*/ 1372585 h 3150515"/>
              <a:gd name="connsiteX6" fmla="*/ 3578963 w 3582020"/>
              <a:gd name="connsiteY6" fmla="*/ 1694289 h 3150515"/>
              <a:gd name="connsiteX7" fmla="*/ 1537750 w 3582020"/>
              <a:gd name="connsiteY7" fmla="*/ 2752762 h 3150515"/>
              <a:gd name="connsiteX8" fmla="*/ 1527371 w 3582020"/>
              <a:gd name="connsiteY8" fmla="*/ 2759771 h 3150515"/>
              <a:gd name="connsiteX9" fmla="*/ 743982 w 3582020"/>
              <a:gd name="connsiteY9" fmla="*/ 3150515 h 3150515"/>
              <a:gd name="connsiteX10" fmla="*/ 62288 w 3582020"/>
              <a:gd name="connsiteY10" fmla="*/ 2644902 h 3150515"/>
              <a:gd name="connsiteX11" fmla="*/ 37419 w 3582020"/>
              <a:gd name="connsiteY11" fmla="*/ 2158941 h 3150515"/>
              <a:gd name="connsiteX12" fmla="*/ 124275 w 3582020"/>
              <a:gd name="connsiteY12" fmla="*/ 120571 h 3150515"/>
              <a:gd name="connsiteX13" fmla="*/ 212271 w 3582020"/>
              <a:gd name="connsiteY13" fmla="*/ 22545 h 3150515"/>
              <a:gd name="connsiteX0" fmla="*/ 212271 w 3582020"/>
              <a:gd name="connsiteY0" fmla="*/ 23166 h 3151136"/>
              <a:gd name="connsiteX1" fmla="*/ 2253850 w 3582020"/>
              <a:gd name="connsiteY1" fmla="*/ 1178763 h 3151136"/>
              <a:gd name="connsiteX2" fmla="*/ 2970901 w 3582020"/>
              <a:gd name="connsiteY2" fmla="*/ 1294784 h 3151136"/>
              <a:gd name="connsiteX3" fmla="*/ 3556686 w 3582020"/>
              <a:gd name="connsiteY3" fmla="*/ 989082 h 3151136"/>
              <a:gd name="connsiteX4" fmla="*/ 3582020 w 3582020"/>
              <a:gd name="connsiteY4" fmla="*/ 1372894 h 3151136"/>
              <a:gd name="connsiteX5" fmla="*/ 3581557 w 3582020"/>
              <a:gd name="connsiteY5" fmla="*/ 1373206 h 3151136"/>
              <a:gd name="connsiteX6" fmla="*/ 3578963 w 3582020"/>
              <a:gd name="connsiteY6" fmla="*/ 1694910 h 3151136"/>
              <a:gd name="connsiteX7" fmla="*/ 1537750 w 3582020"/>
              <a:gd name="connsiteY7" fmla="*/ 2753383 h 3151136"/>
              <a:gd name="connsiteX8" fmla="*/ 1527371 w 3582020"/>
              <a:gd name="connsiteY8" fmla="*/ 2760392 h 3151136"/>
              <a:gd name="connsiteX9" fmla="*/ 743982 w 3582020"/>
              <a:gd name="connsiteY9" fmla="*/ 3151136 h 3151136"/>
              <a:gd name="connsiteX10" fmla="*/ 62288 w 3582020"/>
              <a:gd name="connsiteY10" fmla="*/ 2645523 h 3151136"/>
              <a:gd name="connsiteX11" fmla="*/ 37419 w 3582020"/>
              <a:gd name="connsiteY11" fmla="*/ 2159562 h 3151136"/>
              <a:gd name="connsiteX12" fmla="*/ 124275 w 3582020"/>
              <a:gd name="connsiteY12" fmla="*/ 121192 h 3151136"/>
              <a:gd name="connsiteX13" fmla="*/ 212271 w 3582020"/>
              <a:gd name="connsiteY13" fmla="*/ 23166 h 3151136"/>
              <a:gd name="connsiteX0" fmla="*/ 212271 w 3582020"/>
              <a:gd name="connsiteY0" fmla="*/ 23166 h 3151136"/>
              <a:gd name="connsiteX1" fmla="*/ 2253850 w 3582020"/>
              <a:gd name="connsiteY1" fmla="*/ 1178763 h 3151136"/>
              <a:gd name="connsiteX2" fmla="*/ 2970901 w 3582020"/>
              <a:gd name="connsiteY2" fmla="*/ 1294784 h 3151136"/>
              <a:gd name="connsiteX3" fmla="*/ 3556686 w 3582020"/>
              <a:gd name="connsiteY3" fmla="*/ 989082 h 3151136"/>
              <a:gd name="connsiteX4" fmla="*/ 3582020 w 3582020"/>
              <a:gd name="connsiteY4" fmla="*/ 1372894 h 3151136"/>
              <a:gd name="connsiteX5" fmla="*/ 3581557 w 3582020"/>
              <a:gd name="connsiteY5" fmla="*/ 1373206 h 3151136"/>
              <a:gd name="connsiteX6" fmla="*/ 3578963 w 3582020"/>
              <a:gd name="connsiteY6" fmla="*/ 1694910 h 3151136"/>
              <a:gd name="connsiteX7" fmla="*/ 1537750 w 3582020"/>
              <a:gd name="connsiteY7" fmla="*/ 2753383 h 3151136"/>
              <a:gd name="connsiteX8" fmla="*/ 1527371 w 3582020"/>
              <a:gd name="connsiteY8" fmla="*/ 2760392 h 3151136"/>
              <a:gd name="connsiteX9" fmla="*/ 743982 w 3582020"/>
              <a:gd name="connsiteY9" fmla="*/ 3151136 h 3151136"/>
              <a:gd name="connsiteX10" fmla="*/ 62288 w 3582020"/>
              <a:gd name="connsiteY10" fmla="*/ 2645523 h 3151136"/>
              <a:gd name="connsiteX11" fmla="*/ 37419 w 3582020"/>
              <a:gd name="connsiteY11" fmla="*/ 2159562 h 3151136"/>
              <a:gd name="connsiteX12" fmla="*/ 124275 w 3582020"/>
              <a:gd name="connsiteY12" fmla="*/ 121192 h 3151136"/>
              <a:gd name="connsiteX13" fmla="*/ 212271 w 3582020"/>
              <a:gd name="connsiteY13" fmla="*/ 23166 h 3151136"/>
              <a:gd name="connsiteX0" fmla="*/ 212271 w 3582020"/>
              <a:gd name="connsiteY0" fmla="*/ 23166 h 3151136"/>
              <a:gd name="connsiteX1" fmla="*/ 2253850 w 3582020"/>
              <a:gd name="connsiteY1" fmla="*/ 1178763 h 3151136"/>
              <a:gd name="connsiteX2" fmla="*/ 2970901 w 3582020"/>
              <a:gd name="connsiteY2" fmla="*/ 1294784 h 3151136"/>
              <a:gd name="connsiteX3" fmla="*/ 3556686 w 3582020"/>
              <a:gd name="connsiteY3" fmla="*/ 989082 h 3151136"/>
              <a:gd name="connsiteX4" fmla="*/ 3582020 w 3582020"/>
              <a:gd name="connsiteY4" fmla="*/ 1372894 h 3151136"/>
              <a:gd name="connsiteX5" fmla="*/ 3581557 w 3582020"/>
              <a:gd name="connsiteY5" fmla="*/ 1373206 h 3151136"/>
              <a:gd name="connsiteX6" fmla="*/ 3578963 w 3582020"/>
              <a:gd name="connsiteY6" fmla="*/ 1694910 h 3151136"/>
              <a:gd name="connsiteX7" fmla="*/ 1537750 w 3582020"/>
              <a:gd name="connsiteY7" fmla="*/ 2753383 h 3151136"/>
              <a:gd name="connsiteX8" fmla="*/ 1527371 w 3582020"/>
              <a:gd name="connsiteY8" fmla="*/ 2760392 h 3151136"/>
              <a:gd name="connsiteX9" fmla="*/ 743982 w 3582020"/>
              <a:gd name="connsiteY9" fmla="*/ 3151136 h 3151136"/>
              <a:gd name="connsiteX10" fmla="*/ 62288 w 3582020"/>
              <a:gd name="connsiteY10" fmla="*/ 2645523 h 3151136"/>
              <a:gd name="connsiteX11" fmla="*/ 37419 w 3582020"/>
              <a:gd name="connsiteY11" fmla="*/ 2159562 h 3151136"/>
              <a:gd name="connsiteX12" fmla="*/ 124275 w 3582020"/>
              <a:gd name="connsiteY12" fmla="*/ 121192 h 3151136"/>
              <a:gd name="connsiteX13" fmla="*/ 212271 w 3582020"/>
              <a:gd name="connsiteY13" fmla="*/ 23166 h 3151136"/>
              <a:gd name="connsiteX0" fmla="*/ 212271 w 3582020"/>
              <a:gd name="connsiteY0" fmla="*/ 24555 h 3152525"/>
              <a:gd name="connsiteX1" fmla="*/ 2253850 w 3582020"/>
              <a:gd name="connsiteY1" fmla="*/ 1180152 h 3152525"/>
              <a:gd name="connsiteX2" fmla="*/ 2970901 w 3582020"/>
              <a:gd name="connsiteY2" fmla="*/ 1296173 h 3152525"/>
              <a:gd name="connsiteX3" fmla="*/ 3556686 w 3582020"/>
              <a:gd name="connsiteY3" fmla="*/ 990471 h 3152525"/>
              <a:gd name="connsiteX4" fmla="*/ 3582020 w 3582020"/>
              <a:gd name="connsiteY4" fmla="*/ 1374283 h 3152525"/>
              <a:gd name="connsiteX5" fmla="*/ 3581557 w 3582020"/>
              <a:gd name="connsiteY5" fmla="*/ 1374595 h 3152525"/>
              <a:gd name="connsiteX6" fmla="*/ 3578963 w 3582020"/>
              <a:gd name="connsiteY6" fmla="*/ 1696299 h 3152525"/>
              <a:gd name="connsiteX7" fmla="*/ 1537750 w 3582020"/>
              <a:gd name="connsiteY7" fmla="*/ 2754772 h 3152525"/>
              <a:gd name="connsiteX8" fmla="*/ 1527371 w 3582020"/>
              <a:gd name="connsiteY8" fmla="*/ 2761781 h 3152525"/>
              <a:gd name="connsiteX9" fmla="*/ 743982 w 3582020"/>
              <a:gd name="connsiteY9" fmla="*/ 3152525 h 3152525"/>
              <a:gd name="connsiteX10" fmla="*/ 62288 w 3582020"/>
              <a:gd name="connsiteY10" fmla="*/ 2646912 h 3152525"/>
              <a:gd name="connsiteX11" fmla="*/ 37419 w 3582020"/>
              <a:gd name="connsiteY11" fmla="*/ 2160951 h 3152525"/>
              <a:gd name="connsiteX12" fmla="*/ 124275 w 3582020"/>
              <a:gd name="connsiteY12" fmla="*/ 122581 h 3152525"/>
              <a:gd name="connsiteX13" fmla="*/ 212271 w 3582020"/>
              <a:gd name="connsiteY13" fmla="*/ 24555 h 3152525"/>
              <a:gd name="connsiteX0" fmla="*/ 212271 w 3582020"/>
              <a:gd name="connsiteY0" fmla="*/ 24555 h 3152525"/>
              <a:gd name="connsiteX1" fmla="*/ 2253850 w 3582020"/>
              <a:gd name="connsiteY1" fmla="*/ 1180152 h 3152525"/>
              <a:gd name="connsiteX2" fmla="*/ 2970901 w 3582020"/>
              <a:gd name="connsiteY2" fmla="*/ 1296173 h 3152525"/>
              <a:gd name="connsiteX3" fmla="*/ 3556686 w 3582020"/>
              <a:gd name="connsiteY3" fmla="*/ 990471 h 3152525"/>
              <a:gd name="connsiteX4" fmla="*/ 3582020 w 3582020"/>
              <a:gd name="connsiteY4" fmla="*/ 1374283 h 3152525"/>
              <a:gd name="connsiteX5" fmla="*/ 3581557 w 3582020"/>
              <a:gd name="connsiteY5" fmla="*/ 1374595 h 3152525"/>
              <a:gd name="connsiteX6" fmla="*/ 3578963 w 3582020"/>
              <a:gd name="connsiteY6" fmla="*/ 1696299 h 3152525"/>
              <a:gd name="connsiteX7" fmla="*/ 1537750 w 3582020"/>
              <a:gd name="connsiteY7" fmla="*/ 2754772 h 3152525"/>
              <a:gd name="connsiteX8" fmla="*/ 1527371 w 3582020"/>
              <a:gd name="connsiteY8" fmla="*/ 2761781 h 3152525"/>
              <a:gd name="connsiteX9" fmla="*/ 743982 w 3582020"/>
              <a:gd name="connsiteY9" fmla="*/ 3152525 h 3152525"/>
              <a:gd name="connsiteX10" fmla="*/ 62288 w 3582020"/>
              <a:gd name="connsiteY10" fmla="*/ 2646912 h 3152525"/>
              <a:gd name="connsiteX11" fmla="*/ 37419 w 3582020"/>
              <a:gd name="connsiteY11" fmla="*/ 2160951 h 3152525"/>
              <a:gd name="connsiteX12" fmla="*/ 124275 w 3582020"/>
              <a:gd name="connsiteY12" fmla="*/ 122581 h 3152525"/>
              <a:gd name="connsiteX13" fmla="*/ 212271 w 3582020"/>
              <a:gd name="connsiteY13" fmla="*/ 24555 h 3152525"/>
              <a:gd name="connsiteX0" fmla="*/ 212271 w 3582020"/>
              <a:gd name="connsiteY0" fmla="*/ 23242 h 3151212"/>
              <a:gd name="connsiteX1" fmla="*/ 2253850 w 3582020"/>
              <a:gd name="connsiteY1" fmla="*/ 1178839 h 3151212"/>
              <a:gd name="connsiteX2" fmla="*/ 3119286 w 3582020"/>
              <a:gd name="connsiteY2" fmla="*/ 1320656 h 3151212"/>
              <a:gd name="connsiteX3" fmla="*/ 3556686 w 3582020"/>
              <a:gd name="connsiteY3" fmla="*/ 989158 h 3151212"/>
              <a:gd name="connsiteX4" fmla="*/ 3582020 w 3582020"/>
              <a:gd name="connsiteY4" fmla="*/ 1372970 h 3151212"/>
              <a:gd name="connsiteX5" fmla="*/ 3581557 w 3582020"/>
              <a:gd name="connsiteY5" fmla="*/ 1373282 h 3151212"/>
              <a:gd name="connsiteX6" fmla="*/ 3578963 w 3582020"/>
              <a:gd name="connsiteY6" fmla="*/ 1694986 h 3151212"/>
              <a:gd name="connsiteX7" fmla="*/ 1537750 w 3582020"/>
              <a:gd name="connsiteY7" fmla="*/ 2753459 h 3151212"/>
              <a:gd name="connsiteX8" fmla="*/ 1527371 w 3582020"/>
              <a:gd name="connsiteY8" fmla="*/ 2760468 h 3151212"/>
              <a:gd name="connsiteX9" fmla="*/ 743982 w 3582020"/>
              <a:gd name="connsiteY9" fmla="*/ 3151212 h 3151212"/>
              <a:gd name="connsiteX10" fmla="*/ 62288 w 3582020"/>
              <a:gd name="connsiteY10" fmla="*/ 2645599 h 3151212"/>
              <a:gd name="connsiteX11" fmla="*/ 37419 w 3582020"/>
              <a:gd name="connsiteY11" fmla="*/ 2159638 h 3151212"/>
              <a:gd name="connsiteX12" fmla="*/ 124275 w 3582020"/>
              <a:gd name="connsiteY12" fmla="*/ 121268 h 3151212"/>
              <a:gd name="connsiteX13" fmla="*/ 212271 w 3582020"/>
              <a:gd name="connsiteY13" fmla="*/ 23242 h 3151212"/>
              <a:gd name="connsiteX0" fmla="*/ 212271 w 3582020"/>
              <a:gd name="connsiteY0" fmla="*/ 23975 h 3151945"/>
              <a:gd name="connsiteX1" fmla="*/ 1832820 w 3582020"/>
              <a:gd name="connsiteY1" fmla="*/ 1140228 h 3151945"/>
              <a:gd name="connsiteX2" fmla="*/ 3119286 w 3582020"/>
              <a:gd name="connsiteY2" fmla="*/ 1321389 h 3151945"/>
              <a:gd name="connsiteX3" fmla="*/ 3556686 w 3582020"/>
              <a:gd name="connsiteY3" fmla="*/ 989891 h 3151945"/>
              <a:gd name="connsiteX4" fmla="*/ 3582020 w 3582020"/>
              <a:gd name="connsiteY4" fmla="*/ 1373703 h 3151945"/>
              <a:gd name="connsiteX5" fmla="*/ 3581557 w 3582020"/>
              <a:gd name="connsiteY5" fmla="*/ 1374015 h 3151945"/>
              <a:gd name="connsiteX6" fmla="*/ 3578963 w 3582020"/>
              <a:gd name="connsiteY6" fmla="*/ 1695719 h 3151945"/>
              <a:gd name="connsiteX7" fmla="*/ 1537750 w 3582020"/>
              <a:gd name="connsiteY7" fmla="*/ 2754192 h 3151945"/>
              <a:gd name="connsiteX8" fmla="*/ 1527371 w 3582020"/>
              <a:gd name="connsiteY8" fmla="*/ 2761201 h 3151945"/>
              <a:gd name="connsiteX9" fmla="*/ 743982 w 3582020"/>
              <a:gd name="connsiteY9" fmla="*/ 3151945 h 3151945"/>
              <a:gd name="connsiteX10" fmla="*/ 62288 w 3582020"/>
              <a:gd name="connsiteY10" fmla="*/ 2646332 h 3151945"/>
              <a:gd name="connsiteX11" fmla="*/ 37419 w 3582020"/>
              <a:gd name="connsiteY11" fmla="*/ 2160371 h 3151945"/>
              <a:gd name="connsiteX12" fmla="*/ 124275 w 3582020"/>
              <a:gd name="connsiteY12" fmla="*/ 122001 h 3151945"/>
              <a:gd name="connsiteX13" fmla="*/ 212271 w 3582020"/>
              <a:gd name="connsiteY13" fmla="*/ 23975 h 3151945"/>
              <a:gd name="connsiteX0" fmla="*/ 212271 w 3582020"/>
              <a:gd name="connsiteY0" fmla="*/ 24014 h 3151984"/>
              <a:gd name="connsiteX1" fmla="*/ 1832820 w 3582020"/>
              <a:gd name="connsiteY1" fmla="*/ 1140267 h 3151984"/>
              <a:gd name="connsiteX2" fmla="*/ 2884773 w 3582020"/>
              <a:gd name="connsiteY2" fmla="*/ 1333872 h 3151984"/>
              <a:gd name="connsiteX3" fmla="*/ 3556686 w 3582020"/>
              <a:gd name="connsiteY3" fmla="*/ 989930 h 3151984"/>
              <a:gd name="connsiteX4" fmla="*/ 3582020 w 3582020"/>
              <a:gd name="connsiteY4" fmla="*/ 1373742 h 3151984"/>
              <a:gd name="connsiteX5" fmla="*/ 3581557 w 3582020"/>
              <a:gd name="connsiteY5" fmla="*/ 1374054 h 3151984"/>
              <a:gd name="connsiteX6" fmla="*/ 3578963 w 3582020"/>
              <a:gd name="connsiteY6" fmla="*/ 1695758 h 3151984"/>
              <a:gd name="connsiteX7" fmla="*/ 1537750 w 3582020"/>
              <a:gd name="connsiteY7" fmla="*/ 2754231 h 3151984"/>
              <a:gd name="connsiteX8" fmla="*/ 1527371 w 3582020"/>
              <a:gd name="connsiteY8" fmla="*/ 2761240 h 3151984"/>
              <a:gd name="connsiteX9" fmla="*/ 743982 w 3582020"/>
              <a:gd name="connsiteY9" fmla="*/ 3151984 h 3151984"/>
              <a:gd name="connsiteX10" fmla="*/ 62288 w 3582020"/>
              <a:gd name="connsiteY10" fmla="*/ 2646371 h 3151984"/>
              <a:gd name="connsiteX11" fmla="*/ 37419 w 3582020"/>
              <a:gd name="connsiteY11" fmla="*/ 2160410 h 3151984"/>
              <a:gd name="connsiteX12" fmla="*/ 124275 w 3582020"/>
              <a:gd name="connsiteY12" fmla="*/ 122040 h 3151984"/>
              <a:gd name="connsiteX13" fmla="*/ 212271 w 3582020"/>
              <a:gd name="connsiteY13" fmla="*/ 24014 h 3151984"/>
              <a:gd name="connsiteX0" fmla="*/ 212271 w 3582020"/>
              <a:gd name="connsiteY0" fmla="*/ 24109 h 3152079"/>
              <a:gd name="connsiteX1" fmla="*/ 1832820 w 3582020"/>
              <a:gd name="connsiteY1" fmla="*/ 1140362 h 3152079"/>
              <a:gd name="connsiteX2" fmla="*/ 2714439 w 3582020"/>
              <a:gd name="connsiteY2" fmla="*/ 1364339 h 3152079"/>
              <a:gd name="connsiteX3" fmla="*/ 3556686 w 3582020"/>
              <a:gd name="connsiteY3" fmla="*/ 990025 h 3152079"/>
              <a:gd name="connsiteX4" fmla="*/ 3582020 w 3582020"/>
              <a:gd name="connsiteY4" fmla="*/ 1373837 h 3152079"/>
              <a:gd name="connsiteX5" fmla="*/ 3581557 w 3582020"/>
              <a:gd name="connsiteY5" fmla="*/ 1374149 h 3152079"/>
              <a:gd name="connsiteX6" fmla="*/ 3578963 w 3582020"/>
              <a:gd name="connsiteY6" fmla="*/ 1695853 h 3152079"/>
              <a:gd name="connsiteX7" fmla="*/ 1537750 w 3582020"/>
              <a:gd name="connsiteY7" fmla="*/ 2754326 h 3152079"/>
              <a:gd name="connsiteX8" fmla="*/ 1527371 w 3582020"/>
              <a:gd name="connsiteY8" fmla="*/ 2761335 h 3152079"/>
              <a:gd name="connsiteX9" fmla="*/ 743982 w 3582020"/>
              <a:gd name="connsiteY9" fmla="*/ 3152079 h 3152079"/>
              <a:gd name="connsiteX10" fmla="*/ 62288 w 3582020"/>
              <a:gd name="connsiteY10" fmla="*/ 2646466 h 3152079"/>
              <a:gd name="connsiteX11" fmla="*/ 37419 w 3582020"/>
              <a:gd name="connsiteY11" fmla="*/ 2160505 h 3152079"/>
              <a:gd name="connsiteX12" fmla="*/ 124275 w 3582020"/>
              <a:gd name="connsiteY12" fmla="*/ 122135 h 3152079"/>
              <a:gd name="connsiteX13" fmla="*/ 212271 w 3582020"/>
              <a:gd name="connsiteY13" fmla="*/ 24109 h 3152079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686 w 3582020"/>
              <a:gd name="connsiteY3" fmla="*/ 990082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37750 w 3582020"/>
              <a:gd name="connsiteY7" fmla="*/ 2754383 h 3152136"/>
              <a:gd name="connsiteX8" fmla="*/ 1527371 w 3582020"/>
              <a:gd name="connsiteY8" fmla="*/ 2761392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847 w 3582020"/>
              <a:gd name="connsiteY3" fmla="*/ 1080288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37750 w 3582020"/>
              <a:gd name="connsiteY7" fmla="*/ 2754383 h 3152136"/>
              <a:gd name="connsiteX8" fmla="*/ 1527371 w 3582020"/>
              <a:gd name="connsiteY8" fmla="*/ 2761392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847 w 3582020"/>
              <a:gd name="connsiteY3" fmla="*/ 1080288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37750 w 3582020"/>
              <a:gd name="connsiteY7" fmla="*/ 2754383 h 3152136"/>
              <a:gd name="connsiteX8" fmla="*/ 1527371 w 3582020"/>
              <a:gd name="connsiteY8" fmla="*/ 2761392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847 w 3582020"/>
              <a:gd name="connsiteY3" fmla="*/ 1080288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37750 w 3582020"/>
              <a:gd name="connsiteY7" fmla="*/ 2754383 h 3152136"/>
              <a:gd name="connsiteX8" fmla="*/ 1527371 w 3582020"/>
              <a:gd name="connsiteY8" fmla="*/ 2761392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847 w 3582020"/>
              <a:gd name="connsiteY3" fmla="*/ 1080288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37750 w 3582020"/>
              <a:gd name="connsiteY7" fmla="*/ 2754383 h 3152136"/>
              <a:gd name="connsiteX8" fmla="*/ 1516378 w 3582020"/>
              <a:gd name="connsiteY8" fmla="*/ 2739504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52136"/>
              <a:gd name="connsiteX1" fmla="*/ 1832820 w 3582020"/>
              <a:gd name="connsiteY1" fmla="*/ 1140419 h 3152136"/>
              <a:gd name="connsiteX2" fmla="*/ 2628275 w 3582020"/>
              <a:gd name="connsiteY2" fmla="*/ 1382591 h 3152136"/>
              <a:gd name="connsiteX3" fmla="*/ 3556847 w 3582020"/>
              <a:gd name="connsiteY3" fmla="*/ 1080288 h 3152136"/>
              <a:gd name="connsiteX4" fmla="*/ 3582020 w 3582020"/>
              <a:gd name="connsiteY4" fmla="*/ 1373894 h 3152136"/>
              <a:gd name="connsiteX5" fmla="*/ 3581557 w 3582020"/>
              <a:gd name="connsiteY5" fmla="*/ 1374206 h 3152136"/>
              <a:gd name="connsiteX6" fmla="*/ 3578963 w 3582020"/>
              <a:gd name="connsiteY6" fmla="*/ 1695910 h 3152136"/>
              <a:gd name="connsiteX7" fmla="*/ 1529195 w 3582020"/>
              <a:gd name="connsiteY7" fmla="*/ 2734318 h 3152136"/>
              <a:gd name="connsiteX8" fmla="*/ 1516378 w 3582020"/>
              <a:gd name="connsiteY8" fmla="*/ 2739504 h 3152136"/>
              <a:gd name="connsiteX9" fmla="*/ 743982 w 3582020"/>
              <a:gd name="connsiteY9" fmla="*/ 3152136 h 3152136"/>
              <a:gd name="connsiteX10" fmla="*/ 62288 w 3582020"/>
              <a:gd name="connsiteY10" fmla="*/ 2646523 h 3152136"/>
              <a:gd name="connsiteX11" fmla="*/ 37419 w 3582020"/>
              <a:gd name="connsiteY11" fmla="*/ 2160562 h 3152136"/>
              <a:gd name="connsiteX12" fmla="*/ 124275 w 3582020"/>
              <a:gd name="connsiteY12" fmla="*/ 122192 h 3152136"/>
              <a:gd name="connsiteX13" fmla="*/ 212271 w 3582020"/>
              <a:gd name="connsiteY13" fmla="*/ 24166 h 3152136"/>
              <a:gd name="connsiteX0" fmla="*/ 212271 w 3582020"/>
              <a:gd name="connsiteY0" fmla="*/ 24166 h 3121100"/>
              <a:gd name="connsiteX1" fmla="*/ 1832820 w 3582020"/>
              <a:gd name="connsiteY1" fmla="*/ 1140419 h 3121100"/>
              <a:gd name="connsiteX2" fmla="*/ 2628275 w 3582020"/>
              <a:gd name="connsiteY2" fmla="*/ 1382591 h 3121100"/>
              <a:gd name="connsiteX3" fmla="*/ 3556847 w 3582020"/>
              <a:gd name="connsiteY3" fmla="*/ 1080288 h 3121100"/>
              <a:gd name="connsiteX4" fmla="*/ 3582020 w 3582020"/>
              <a:gd name="connsiteY4" fmla="*/ 1373894 h 3121100"/>
              <a:gd name="connsiteX5" fmla="*/ 3581557 w 3582020"/>
              <a:gd name="connsiteY5" fmla="*/ 1374206 h 3121100"/>
              <a:gd name="connsiteX6" fmla="*/ 3578963 w 3582020"/>
              <a:gd name="connsiteY6" fmla="*/ 1695910 h 3121100"/>
              <a:gd name="connsiteX7" fmla="*/ 1529195 w 3582020"/>
              <a:gd name="connsiteY7" fmla="*/ 2734318 h 3121100"/>
              <a:gd name="connsiteX8" fmla="*/ 1516378 w 3582020"/>
              <a:gd name="connsiteY8" fmla="*/ 2739504 h 3121100"/>
              <a:gd name="connsiteX9" fmla="*/ 745144 w 3582020"/>
              <a:gd name="connsiteY9" fmla="*/ 3121100 h 3121100"/>
              <a:gd name="connsiteX10" fmla="*/ 62288 w 3582020"/>
              <a:gd name="connsiteY10" fmla="*/ 2646523 h 3121100"/>
              <a:gd name="connsiteX11" fmla="*/ 37419 w 3582020"/>
              <a:gd name="connsiteY11" fmla="*/ 2160562 h 3121100"/>
              <a:gd name="connsiteX12" fmla="*/ 124275 w 3582020"/>
              <a:gd name="connsiteY12" fmla="*/ 122192 h 3121100"/>
              <a:gd name="connsiteX13" fmla="*/ 212271 w 3582020"/>
              <a:gd name="connsiteY13" fmla="*/ 24166 h 3121100"/>
              <a:gd name="connsiteX0" fmla="*/ 212271 w 3582020"/>
              <a:gd name="connsiteY0" fmla="*/ 24166 h 3121100"/>
              <a:gd name="connsiteX1" fmla="*/ 1832820 w 3582020"/>
              <a:gd name="connsiteY1" fmla="*/ 1140419 h 3121100"/>
              <a:gd name="connsiteX2" fmla="*/ 2628275 w 3582020"/>
              <a:gd name="connsiteY2" fmla="*/ 1382591 h 3121100"/>
              <a:gd name="connsiteX3" fmla="*/ 3556847 w 3582020"/>
              <a:gd name="connsiteY3" fmla="*/ 1080288 h 3121100"/>
              <a:gd name="connsiteX4" fmla="*/ 3582020 w 3582020"/>
              <a:gd name="connsiteY4" fmla="*/ 1373894 h 3121100"/>
              <a:gd name="connsiteX5" fmla="*/ 3574261 w 3582020"/>
              <a:gd name="connsiteY5" fmla="*/ 1377870 h 3121100"/>
              <a:gd name="connsiteX6" fmla="*/ 3578963 w 3582020"/>
              <a:gd name="connsiteY6" fmla="*/ 1695910 h 3121100"/>
              <a:gd name="connsiteX7" fmla="*/ 1529195 w 3582020"/>
              <a:gd name="connsiteY7" fmla="*/ 2734318 h 3121100"/>
              <a:gd name="connsiteX8" fmla="*/ 1516378 w 3582020"/>
              <a:gd name="connsiteY8" fmla="*/ 2739504 h 3121100"/>
              <a:gd name="connsiteX9" fmla="*/ 745144 w 3582020"/>
              <a:gd name="connsiteY9" fmla="*/ 3121100 h 3121100"/>
              <a:gd name="connsiteX10" fmla="*/ 62288 w 3582020"/>
              <a:gd name="connsiteY10" fmla="*/ 2646523 h 3121100"/>
              <a:gd name="connsiteX11" fmla="*/ 37419 w 3582020"/>
              <a:gd name="connsiteY11" fmla="*/ 2160562 h 3121100"/>
              <a:gd name="connsiteX12" fmla="*/ 124275 w 3582020"/>
              <a:gd name="connsiteY12" fmla="*/ 122192 h 3121100"/>
              <a:gd name="connsiteX13" fmla="*/ 212271 w 3582020"/>
              <a:gd name="connsiteY13" fmla="*/ 24166 h 312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82020" h="3121100">
                <a:moveTo>
                  <a:pt x="212271" y="24166"/>
                </a:moveTo>
                <a:cubicBezTo>
                  <a:pt x="536390" y="-174844"/>
                  <a:pt x="1430153" y="914015"/>
                  <a:pt x="1832820" y="1140419"/>
                </a:cubicBezTo>
                <a:cubicBezTo>
                  <a:pt x="2235487" y="1366823"/>
                  <a:pt x="2340937" y="1392613"/>
                  <a:pt x="2628275" y="1382591"/>
                </a:cubicBezTo>
                <a:cubicBezTo>
                  <a:pt x="2915613" y="1372569"/>
                  <a:pt x="3134519" y="1249412"/>
                  <a:pt x="3556847" y="1080288"/>
                </a:cubicBezTo>
                <a:lnTo>
                  <a:pt x="3582020" y="1373894"/>
                </a:lnTo>
                <a:lnTo>
                  <a:pt x="3574261" y="1377870"/>
                </a:lnTo>
                <a:cubicBezTo>
                  <a:pt x="3573396" y="1485105"/>
                  <a:pt x="3579828" y="1588675"/>
                  <a:pt x="3578963" y="1695910"/>
                </a:cubicBezTo>
                <a:lnTo>
                  <a:pt x="1529195" y="2734318"/>
                </a:lnTo>
                <a:lnTo>
                  <a:pt x="1516378" y="2739504"/>
                </a:lnTo>
                <a:lnTo>
                  <a:pt x="745144" y="3121100"/>
                </a:lnTo>
                <a:lnTo>
                  <a:pt x="62288" y="2646523"/>
                </a:lnTo>
                <a:lnTo>
                  <a:pt x="37419" y="2160562"/>
                </a:lnTo>
                <a:cubicBezTo>
                  <a:pt x="-8589" y="1264821"/>
                  <a:pt x="-41778" y="425059"/>
                  <a:pt x="124275" y="122192"/>
                </a:cubicBezTo>
                <a:cubicBezTo>
                  <a:pt x="149183" y="76762"/>
                  <a:pt x="178741" y="44754"/>
                  <a:pt x="212271" y="24166"/>
                </a:cubicBezTo>
                <a:close/>
              </a:path>
            </a:pathLst>
          </a:custGeom>
          <a:solidFill>
            <a:srgbClr val="F4AB34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/>
          </a:p>
        </p:txBody>
      </p:sp>
      <p:grpSp>
        <p:nvGrpSpPr>
          <p:cNvPr id="166" name="Gruppieren 165">
            <a:extLst>
              <a:ext uri="{FF2B5EF4-FFF2-40B4-BE49-F238E27FC236}">
                <a16:creationId xmlns:a16="http://schemas.microsoft.com/office/drawing/2014/main" id="{65CC803D-D0ED-4A5F-8AB0-FB931445B4DA}"/>
              </a:ext>
            </a:extLst>
          </p:cNvPr>
          <p:cNvGrpSpPr/>
          <p:nvPr/>
        </p:nvGrpSpPr>
        <p:grpSpPr>
          <a:xfrm>
            <a:off x="2892976" y="772974"/>
            <a:ext cx="5856296" cy="5418757"/>
            <a:chOff x="2892976" y="772974"/>
            <a:chExt cx="5856296" cy="5418757"/>
          </a:xfrm>
        </p:grpSpPr>
        <p:sp>
          <p:nvSpPr>
            <p:cNvPr id="6" name="Sechseck 5">
              <a:extLst>
                <a:ext uri="{FF2B5EF4-FFF2-40B4-BE49-F238E27FC236}">
                  <a16:creationId xmlns:a16="http://schemas.microsoft.com/office/drawing/2014/main" id="{73DFABD2-6EFA-415A-9720-AC14CE857334}"/>
                </a:ext>
              </a:extLst>
            </p:cNvPr>
            <p:cNvSpPr/>
            <p:nvPr/>
          </p:nvSpPr>
          <p:spPr>
            <a:xfrm>
              <a:off x="2892976" y="793633"/>
              <a:ext cx="5843098" cy="5397388"/>
            </a:xfrm>
            <a:prstGeom prst="hexagon">
              <a:avLst/>
            </a:prstGeom>
            <a:solidFill>
              <a:srgbClr val="C2ECE2"/>
            </a:solidFill>
            <a:ln w="1016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Freihandform: Form 133">
              <a:extLst>
                <a:ext uri="{FF2B5EF4-FFF2-40B4-BE49-F238E27FC236}">
                  <a16:creationId xmlns:a16="http://schemas.microsoft.com/office/drawing/2014/main" id="{433BB49A-3722-46C6-A53E-D32500019C7F}"/>
                </a:ext>
              </a:extLst>
            </p:cNvPr>
            <p:cNvSpPr/>
            <p:nvPr/>
          </p:nvSpPr>
          <p:spPr>
            <a:xfrm>
              <a:off x="2918669" y="775694"/>
              <a:ext cx="4525068" cy="2979185"/>
            </a:xfrm>
            <a:custGeom>
              <a:avLst/>
              <a:gdLst>
                <a:gd name="connsiteX0" fmla="*/ 1414258 w 4606710"/>
                <a:gd name="connsiteY0" fmla="*/ 0 h 3033613"/>
                <a:gd name="connsiteX1" fmla="*/ 2681084 w 4606710"/>
                <a:gd name="connsiteY1" fmla="*/ 5901 h 3033613"/>
                <a:gd name="connsiteX2" fmla="*/ 2685576 w 4606710"/>
                <a:gd name="connsiteY2" fmla="*/ 10445 h 3033613"/>
                <a:gd name="connsiteX3" fmla="*/ 2667475 w 4606710"/>
                <a:gd name="connsiteY3" fmla="*/ 28337 h 3033613"/>
                <a:gd name="connsiteX4" fmla="*/ 2713015 w 4606710"/>
                <a:gd name="connsiteY4" fmla="*/ 139958 h 3033613"/>
                <a:gd name="connsiteX5" fmla="*/ 3895618 w 4606710"/>
                <a:gd name="connsiteY5" fmla="*/ 863558 h 3033613"/>
                <a:gd name="connsiteX6" fmla="*/ 4453969 w 4606710"/>
                <a:gd name="connsiteY6" fmla="*/ 1292436 h 3033613"/>
                <a:gd name="connsiteX7" fmla="*/ 4559165 w 4606710"/>
                <a:gd name="connsiteY7" fmla="*/ 1895293 h 3033613"/>
                <a:gd name="connsiteX8" fmla="*/ 3782330 w 4606710"/>
                <a:gd name="connsiteY8" fmla="*/ 1818419 h 3033613"/>
                <a:gd name="connsiteX9" fmla="*/ 3329176 w 4606710"/>
                <a:gd name="connsiteY9" fmla="*/ 1397633 h 3033613"/>
                <a:gd name="connsiteX10" fmla="*/ 2147739 w 4606710"/>
                <a:gd name="connsiteY10" fmla="*/ 798822 h 3033613"/>
                <a:gd name="connsiteX11" fmla="*/ 201097 w 4606710"/>
                <a:gd name="connsiteY11" fmla="*/ 3002685 h 3033613"/>
                <a:gd name="connsiteX12" fmla="*/ 168111 w 4606710"/>
                <a:gd name="connsiteY12" fmla="*/ 3033613 h 3033613"/>
                <a:gd name="connsiteX13" fmla="*/ 0 w 4606710"/>
                <a:gd name="connsiteY13" fmla="*/ 2705284 h 3033613"/>
                <a:gd name="connsiteX0" fmla="*/ 1332616 w 4525068"/>
                <a:gd name="connsiteY0" fmla="*/ 0 h 3033613"/>
                <a:gd name="connsiteX1" fmla="*/ 2599442 w 4525068"/>
                <a:gd name="connsiteY1" fmla="*/ 5901 h 3033613"/>
                <a:gd name="connsiteX2" fmla="*/ 2603934 w 4525068"/>
                <a:gd name="connsiteY2" fmla="*/ 10445 h 3033613"/>
                <a:gd name="connsiteX3" fmla="*/ 2585833 w 4525068"/>
                <a:gd name="connsiteY3" fmla="*/ 28337 h 3033613"/>
                <a:gd name="connsiteX4" fmla="*/ 2631373 w 4525068"/>
                <a:gd name="connsiteY4" fmla="*/ 139958 h 3033613"/>
                <a:gd name="connsiteX5" fmla="*/ 3813976 w 4525068"/>
                <a:gd name="connsiteY5" fmla="*/ 863558 h 3033613"/>
                <a:gd name="connsiteX6" fmla="*/ 4372327 w 4525068"/>
                <a:gd name="connsiteY6" fmla="*/ 1292436 h 3033613"/>
                <a:gd name="connsiteX7" fmla="*/ 4477523 w 4525068"/>
                <a:gd name="connsiteY7" fmla="*/ 1895293 h 3033613"/>
                <a:gd name="connsiteX8" fmla="*/ 3700688 w 4525068"/>
                <a:gd name="connsiteY8" fmla="*/ 1818419 h 3033613"/>
                <a:gd name="connsiteX9" fmla="*/ 3247534 w 4525068"/>
                <a:gd name="connsiteY9" fmla="*/ 1397633 h 3033613"/>
                <a:gd name="connsiteX10" fmla="*/ 2066097 w 4525068"/>
                <a:gd name="connsiteY10" fmla="*/ 798822 h 3033613"/>
                <a:gd name="connsiteX11" fmla="*/ 119455 w 4525068"/>
                <a:gd name="connsiteY11" fmla="*/ 3002685 h 3033613"/>
                <a:gd name="connsiteX12" fmla="*/ 86469 w 4525068"/>
                <a:gd name="connsiteY12" fmla="*/ 3033613 h 3033613"/>
                <a:gd name="connsiteX13" fmla="*/ 0 w 4525068"/>
                <a:gd name="connsiteY13" fmla="*/ 2705284 h 3033613"/>
                <a:gd name="connsiteX14" fmla="*/ 1332616 w 4525068"/>
                <a:gd name="connsiteY14" fmla="*/ 0 h 3033613"/>
                <a:gd name="connsiteX0" fmla="*/ 1332616 w 4525068"/>
                <a:gd name="connsiteY0" fmla="*/ 0 h 3033613"/>
                <a:gd name="connsiteX1" fmla="*/ 2599442 w 4525068"/>
                <a:gd name="connsiteY1" fmla="*/ 5901 h 3033613"/>
                <a:gd name="connsiteX2" fmla="*/ 2603934 w 4525068"/>
                <a:gd name="connsiteY2" fmla="*/ 10445 h 3033613"/>
                <a:gd name="connsiteX3" fmla="*/ 2585833 w 4525068"/>
                <a:gd name="connsiteY3" fmla="*/ 28337 h 3033613"/>
                <a:gd name="connsiteX4" fmla="*/ 2631373 w 4525068"/>
                <a:gd name="connsiteY4" fmla="*/ 139958 h 3033613"/>
                <a:gd name="connsiteX5" fmla="*/ 3813976 w 4525068"/>
                <a:gd name="connsiteY5" fmla="*/ 863558 h 3033613"/>
                <a:gd name="connsiteX6" fmla="*/ 4372327 w 4525068"/>
                <a:gd name="connsiteY6" fmla="*/ 1292436 h 3033613"/>
                <a:gd name="connsiteX7" fmla="*/ 4477523 w 4525068"/>
                <a:gd name="connsiteY7" fmla="*/ 1895293 h 3033613"/>
                <a:gd name="connsiteX8" fmla="*/ 3700688 w 4525068"/>
                <a:gd name="connsiteY8" fmla="*/ 1818419 h 3033613"/>
                <a:gd name="connsiteX9" fmla="*/ 3247534 w 4525068"/>
                <a:gd name="connsiteY9" fmla="*/ 1397633 h 3033613"/>
                <a:gd name="connsiteX10" fmla="*/ 2066097 w 4525068"/>
                <a:gd name="connsiteY10" fmla="*/ 798822 h 3033613"/>
                <a:gd name="connsiteX11" fmla="*/ 162998 w 4525068"/>
                <a:gd name="connsiteY11" fmla="*/ 2948256 h 3033613"/>
                <a:gd name="connsiteX12" fmla="*/ 86469 w 4525068"/>
                <a:gd name="connsiteY12" fmla="*/ 3033613 h 3033613"/>
                <a:gd name="connsiteX13" fmla="*/ 0 w 4525068"/>
                <a:gd name="connsiteY13" fmla="*/ 2705284 h 3033613"/>
                <a:gd name="connsiteX14" fmla="*/ 1332616 w 4525068"/>
                <a:gd name="connsiteY14" fmla="*/ 0 h 3033613"/>
                <a:gd name="connsiteX0" fmla="*/ 1332616 w 4525068"/>
                <a:gd name="connsiteY0" fmla="*/ 0 h 2979185"/>
                <a:gd name="connsiteX1" fmla="*/ 2599442 w 4525068"/>
                <a:gd name="connsiteY1" fmla="*/ 5901 h 2979185"/>
                <a:gd name="connsiteX2" fmla="*/ 2603934 w 4525068"/>
                <a:gd name="connsiteY2" fmla="*/ 10445 h 2979185"/>
                <a:gd name="connsiteX3" fmla="*/ 2585833 w 4525068"/>
                <a:gd name="connsiteY3" fmla="*/ 28337 h 2979185"/>
                <a:gd name="connsiteX4" fmla="*/ 2631373 w 4525068"/>
                <a:gd name="connsiteY4" fmla="*/ 139958 h 2979185"/>
                <a:gd name="connsiteX5" fmla="*/ 3813976 w 4525068"/>
                <a:gd name="connsiteY5" fmla="*/ 863558 h 2979185"/>
                <a:gd name="connsiteX6" fmla="*/ 4372327 w 4525068"/>
                <a:gd name="connsiteY6" fmla="*/ 1292436 h 2979185"/>
                <a:gd name="connsiteX7" fmla="*/ 4477523 w 4525068"/>
                <a:gd name="connsiteY7" fmla="*/ 1895293 h 2979185"/>
                <a:gd name="connsiteX8" fmla="*/ 3700688 w 4525068"/>
                <a:gd name="connsiteY8" fmla="*/ 1818419 h 2979185"/>
                <a:gd name="connsiteX9" fmla="*/ 3247534 w 4525068"/>
                <a:gd name="connsiteY9" fmla="*/ 1397633 h 2979185"/>
                <a:gd name="connsiteX10" fmla="*/ 2066097 w 4525068"/>
                <a:gd name="connsiteY10" fmla="*/ 798822 h 2979185"/>
                <a:gd name="connsiteX11" fmla="*/ 162998 w 4525068"/>
                <a:gd name="connsiteY11" fmla="*/ 2948256 h 2979185"/>
                <a:gd name="connsiteX12" fmla="*/ 119126 w 4525068"/>
                <a:gd name="connsiteY12" fmla="*/ 2979185 h 2979185"/>
                <a:gd name="connsiteX13" fmla="*/ 0 w 4525068"/>
                <a:gd name="connsiteY13" fmla="*/ 2705284 h 2979185"/>
                <a:gd name="connsiteX14" fmla="*/ 1332616 w 4525068"/>
                <a:gd name="connsiteY14" fmla="*/ 0 h 2979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25068" h="2979185">
                  <a:moveTo>
                    <a:pt x="1332616" y="0"/>
                  </a:moveTo>
                  <a:lnTo>
                    <a:pt x="2599442" y="5901"/>
                  </a:lnTo>
                  <a:lnTo>
                    <a:pt x="2603934" y="10445"/>
                  </a:lnTo>
                  <a:lnTo>
                    <a:pt x="2585833" y="28337"/>
                  </a:lnTo>
                  <a:lnTo>
                    <a:pt x="2631373" y="139958"/>
                  </a:lnTo>
                  <a:cubicBezTo>
                    <a:pt x="3153864" y="1380229"/>
                    <a:pt x="3403073" y="715921"/>
                    <a:pt x="3813976" y="863558"/>
                  </a:cubicBezTo>
                  <a:cubicBezTo>
                    <a:pt x="4238134" y="1015958"/>
                    <a:pt x="4261736" y="1120480"/>
                    <a:pt x="4372327" y="1292436"/>
                  </a:cubicBezTo>
                  <a:cubicBezTo>
                    <a:pt x="4482918" y="1464392"/>
                    <a:pt x="4589463" y="1807629"/>
                    <a:pt x="4477523" y="1895293"/>
                  </a:cubicBezTo>
                  <a:cubicBezTo>
                    <a:pt x="4365583" y="1982957"/>
                    <a:pt x="3905686" y="1901362"/>
                    <a:pt x="3700688" y="1818419"/>
                  </a:cubicBezTo>
                  <a:cubicBezTo>
                    <a:pt x="3495690" y="1735476"/>
                    <a:pt x="3511874" y="1660625"/>
                    <a:pt x="3247534" y="1397633"/>
                  </a:cubicBezTo>
                  <a:cubicBezTo>
                    <a:pt x="2983194" y="1134641"/>
                    <a:pt x="2793706" y="803542"/>
                    <a:pt x="2066097" y="798822"/>
                  </a:cubicBezTo>
                  <a:cubicBezTo>
                    <a:pt x="1634868" y="912806"/>
                    <a:pt x="891096" y="2218458"/>
                    <a:pt x="162998" y="2948256"/>
                  </a:cubicBezTo>
                  <a:lnTo>
                    <a:pt x="119126" y="2979185"/>
                  </a:lnTo>
                  <a:lnTo>
                    <a:pt x="0" y="2705284"/>
                  </a:lnTo>
                  <a:cubicBezTo>
                    <a:pt x="471419" y="1803523"/>
                    <a:pt x="861197" y="901761"/>
                    <a:pt x="1332616" y="0"/>
                  </a:cubicBezTo>
                  <a:close/>
                </a:path>
              </a:pathLst>
            </a:custGeom>
            <a:solidFill>
              <a:srgbClr val="44B2A8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 dirty="0"/>
            </a:p>
          </p:txBody>
        </p:sp>
        <p:sp>
          <p:nvSpPr>
            <p:cNvPr id="135" name="Freihandform: Form 134">
              <a:extLst>
                <a:ext uri="{FF2B5EF4-FFF2-40B4-BE49-F238E27FC236}">
                  <a16:creationId xmlns:a16="http://schemas.microsoft.com/office/drawing/2014/main" id="{D4DD89A5-CC68-4A9A-A0FB-7EB16E808C2B}"/>
                </a:ext>
              </a:extLst>
            </p:cNvPr>
            <p:cNvSpPr/>
            <p:nvPr/>
          </p:nvSpPr>
          <p:spPr>
            <a:xfrm>
              <a:off x="3952057" y="786278"/>
              <a:ext cx="1518541" cy="615807"/>
            </a:xfrm>
            <a:custGeom>
              <a:avLst/>
              <a:gdLst>
                <a:gd name="connsiteX0" fmla="*/ 317392 w 1518541"/>
                <a:gd name="connsiteY0" fmla="*/ 0 h 649696"/>
                <a:gd name="connsiteX1" fmla="*/ 1360823 w 1518541"/>
                <a:gd name="connsiteY1" fmla="*/ 4860 h 649696"/>
                <a:gd name="connsiteX2" fmla="*/ 1396215 w 1518541"/>
                <a:gd name="connsiteY2" fmla="*/ 90355 h 649696"/>
                <a:gd name="connsiteX3" fmla="*/ 1458274 w 1518541"/>
                <a:gd name="connsiteY3" fmla="*/ 605729 h 649696"/>
                <a:gd name="connsiteX4" fmla="*/ 194429 w 1518541"/>
                <a:gd name="connsiteY4" fmla="*/ 620868 h 649696"/>
                <a:gd name="connsiteX5" fmla="*/ 0 w 1518541"/>
                <a:gd name="connsiteY5" fmla="*/ 607128 h 649696"/>
                <a:gd name="connsiteX0" fmla="*/ 324649 w 1518541"/>
                <a:gd name="connsiteY0" fmla="*/ 38683 h 644836"/>
                <a:gd name="connsiteX1" fmla="*/ 1360823 w 1518541"/>
                <a:gd name="connsiteY1" fmla="*/ 0 h 644836"/>
                <a:gd name="connsiteX2" fmla="*/ 1396215 w 1518541"/>
                <a:gd name="connsiteY2" fmla="*/ 85495 h 644836"/>
                <a:gd name="connsiteX3" fmla="*/ 1458274 w 1518541"/>
                <a:gd name="connsiteY3" fmla="*/ 600869 h 644836"/>
                <a:gd name="connsiteX4" fmla="*/ 194429 w 1518541"/>
                <a:gd name="connsiteY4" fmla="*/ 616008 h 644836"/>
                <a:gd name="connsiteX5" fmla="*/ 0 w 1518541"/>
                <a:gd name="connsiteY5" fmla="*/ 602268 h 644836"/>
                <a:gd name="connsiteX6" fmla="*/ 324649 w 1518541"/>
                <a:gd name="connsiteY6" fmla="*/ 38683 h 644836"/>
                <a:gd name="connsiteX0" fmla="*/ 324649 w 1518541"/>
                <a:gd name="connsiteY0" fmla="*/ 9654 h 615807"/>
                <a:gd name="connsiteX1" fmla="*/ 1368080 w 1518541"/>
                <a:gd name="connsiteY1" fmla="*/ 0 h 615807"/>
                <a:gd name="connsiteX2" fmla="*/ 1396215 w 1518541"/>
                <a:gd name="connsiteY2" fmla="*/ 56466 h 615807"/>
                <a:gd name="connsiteX3" fmla="*/ 1458274 w 1518541"/>
                <a:gd name="connsiteY3" fmla="*/ 571840 h 615807"/>
                <a:gd name="connsiteX4" fmla="*/ 194429 w 1518541"/>
                <a:gd name="connsiteY4" fmla="*/ 586979 h 615807"/>
                <a:gd name="connsiteX5" fmla="*/ 0 w 1518541"/>
                <a:gd name="connsiteY5" fmla="*/ 573239 h 615807"/>
                <a:gd name="connsiteX6" fmla="*/ 324649 w 1518541"/>
                <a:gd name="connsiteY6" fmla="*/ 9654 h 615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8541" h="615807">
                  <a:moveTo>
                    <a:pt x="324649" y="9654"/>
                  </a:moveTo>
                  <a:lnTo>
                    <a:pt x="1368080" y="0"/>
                  </a:lnTo>
                  <a:lnTo>
                    <a:pt x="1396215" y="56466"/>
                  </a:lnTo>
                  <a:cubicBezTo>
                    <a:pt x="1499623" y="306741"/>
                    <a:pt x="1577797" y="521858"/>
                    <a:pt x="1458274" y="571840"/>
                  </a:cubicBezTo>
                  <a:cubicBezTo>
                    <a:pt x="1308871" y="634317"/>
                    <a:pt x="744011" y="621548"/>
                    <a:pt x="194429" y="586979"/>
                  </a:cubicBezTo>
                  <a:lnTo>
                    <a:pt x="0" y="573239"/>
                  </a:lnTo>
                  <a:cubicBezTo>
                    <a:pt x="105797" y="370863"/>
                    <a:pt x="218852" y="212030"/>
                    <a:pt x="324649" y="9654"/>
                  </a:cubicBezTo>
                  <a:close/>
                </a:path>
              </a:pathLst>
            </a:custGeom>
            <a:solidFill>
              <a:srgbClr val="3A988F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7E20E15A-0941-4D66-BAF7-06835C06670F}"/>
                </a:ext>
              </a:extLst>
            </p:cNvPr>
            <p:cNvSpPr/>
            <p:nvPr/>
          </p:nvSpPr>
          <p:spPr>
            <a:xfrm>
              <a:off x="3266779" y="1881252"/>
              <a:ext cx="5187300" cy="4291171"/>
            </a:xfrm>
            <a:custGeom>
              <a:avLst/>
              <a:gdLst>
                <a:gd name="connsiteX0" fmla="*/ 2037697 w 5245811"/>
                <a:gd name="connsiteY0" fmla="*/ 729 h 4320199"/>
                <a:gd name="connsiteX1" fmla="*/ 3850943 w 5245811"/>
                <a:gd name="connsiteY1" fmla="*/ 1837426 h 4320199"/>
                <a:gd name="connsiteX2" fmla="*/ 5093963 w 5245811"/>
                <a:gd name="connsiteY2" fmla="*/ 2164181 h 4320199"/>
                <a:gd name="connsiteX3" fmla="*/ 5245811 w 5245811"/>
                <a:gd name="connsiteY3" fmla="*/ 2190826 h 4320199"/>
                <a:gd name="connsiteX4" fmla="*/ 4936073 w 5245811"/>
                <a:gd name="connsiteY4" fmla="*/ 2794888 h 4320199"/>
                <a:gd name="connsiteX5" fmla="*/ 4936072 w 5245811"/>
                <a:gd name="connsiteY5" fmla="*/ 2794888 h 4320199"/>
                <a:gd name="connsiteX6" fmla="*/ 4153952 w 5245811"/>
                <a:gd name="connsiteY6" fmla="*/ 4320199 h 4320199"/>
                <a:gd name="connsiteX7" fmla="*/ 985890 w 5245811"/>
                <a:gd name="connsiteY7" fmla="*/ 4311498 h 4320199"/>
                <a:gd name="connsiteX8" fmla="*/ 262898 w 5245811"/>
                <a:gd name="connsiteY8" fmla="*/ 2878279 h 4320199"/>
                <a:gd name="connsiteX9" fmla="*/ 262899 w 5245811"/>
                <a:gd name="connsiteY9" fmla="*/ 2878279 h 4320199"/>
                <a:gd name="connsiteX10" fmla="*/ 0 w 5245811"/>
                <a:gd name="connsiteY10" fmla="*/ 2357121 h 4320199"/>
                <a:gd name="connsiteX11" fmla="*/ 230425 w 5245811"/>
                <a:gd name="connsiteY11" fmla="*/ 1984380 h 4320199"/>
                <a:gd name="connsiteX12" fmla="*/ 1906336 w 5245811"/>
                <a:gd name="connsiteY12" fmla="*/ 13040 h 4320199"/>
                <a:gd name="connsiteX13" fmla="*/ 2037697 w 5245811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936073 w 5187300"/>
                <a:gd name="connsiteY4" fmla="*/ 2794888 h 4320199"/>
                <a:gd name="connsiteX5" fmla="*/ 4936072 w 5187300"/>
                <a:gd name="connsiteY5" fmla="*/ 279488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936073 w 5187300"/>
                <a:gd name="connsiteY4" fmla="*/ 2794888 h 4320199"/>
                <a:gd name="connsiteX5" fmla="*/ 4895250 w 5187300"/>
                <a:gd name="connsiteY5" fmla="*/ 279352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895251 w 5187300"/>
                <a:gd name="connsiteY4" fmla="*/ 2797609 h 4320199"/>
                <a:gd name="connsiteX5" fmla="*/ 4895250 w 5187300"/>
                <a:gd name="connsiteY5" fmla="*/ 279352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11498"/>
                <a:gd name="connsiteX1" fmla="*/ 3850943 w 5187300"/>
                <a:gd name="connsiteY1" fmla="*/ 1837426 h 4311498"/>
                <a:gd name="connsiteX2" fmla="*/ 5093963 w 5187300"/>
                <a:gd name="connsiteY2" fmla="*/ 2164181 h 4311498"/>
                <a:gd name="connsiteX3" fmla="*/ 5187300 w 5187300"/>
                <a:gd name="connsiteY3" fmla="*/ 2177219 h 4311498"/>
                <a:gd name="connsiteX4" fmla="*/ 4895251 w 5187300"/>
                <a:gd name="connsiteY4" fmla="*/ 2797609 h 4311498"/>
                <a:gd name="connsiteX5" fmla="*/ 4895250 w 5187300"/>
                <a:gd name="connsiteY5" fmla="*/ 2793528 h 4311498"/>
                <a:gd name="connsiteX6" fmla="*/ 4132180 w 5187300"/>
                <a:gd name="connsiteY6" fmla="*/ 4291171 h 4311498"/>
                <a:gd name="connsiteX7" fmla="*/ 985890 w 5187300"/>
                <a:gd name="connsiteY7" fmla="*/ 4311498 h 4311498"/>
                <a:gd name="connsiteX8" fmla="*/ 262898 w 5187300"/>
                <a:gd name="connsiteY8" fmla="*/ 2878279 h 4311498"/>
                <a:gd name="connsiteX9" fmla="*/ 262899 w 5187300"/>
                <a:gd name="connsiteY9" fmla="*/ 2878279 h 4311498"/>
                <a:gd name="connsiteX10" fmla="*/ 0 w 5187300"/>
                <a:gd name="connsiteY10" fmla="*/ 2357121 h 4311498"/>
                <a:gd name="connsiteX11" fmla="*/ 230425 w 5187300"/>
                <a:gd name="connsiteY11" fmla="*/ 1984380 h 4311498"/>
                <a:gd name="connsiteX12" fmla="*/ 1906336 w 5187300"/>
                <a:gd name="connsiteY12" fmla="*/ 13040 h 4311498"/>
                <a:gd name="connsiteX13" fmla="*/ 2037697 w 5187300"/>
                <a:gd name="connsiteY13" fmla="*/ 729 h 4311498"/>
                <a:gd name="connsiteX0" fmla="*/ 2037697 w 5187300"/>
                <a:gd name="connsiteY0" fmla="*/ 729 h 4291171"/>
                <a:gd name="connsiteX1" fmla="*/ 3850943 w 5187300"/>
                <a:gd name="connsiteY1" fmla="*/ 1837426 h 4291171"/>
                <a:gd name="connsiteX2" fmla="*/ 5093963 w 5187300"/>
                <a:gd name="connsiteY2" fmla="*/ 2164181 h 4291171"/>
                <a:gd name="connsiteX3" fmla="*/ 5187300 w 5187300"/>
                <a:gd name="connsiteY3" fmla="*/ 2177219 h 4291171"/>
                <a:gd name="connsiteX4" fmla="*/ 4895251 w 5187300"/>
                <a:gd name="connsiteY4" fmla="*/ 2797609 h 4291171"/>
                <a:gd name="connsiteX5" fmla="*/ 4895250 w 5187300"/>
                <a:gd name="connsiteY5" fmla="*/ 2793528 h 4291171"/>
                <a:gd name="connsiteX6" fmla="*/ 4132180 w 5187300"/>
                <a:gd name="connsiteY6" fmla="*/ 4291171 h 4291171"/>
                <a:gd name="connsiteX7" fmla="*/ 1018547 w 5187300"/>
                <a:gd name="connsiteY7" fmla="*/ 4267955 h 4291171"/>
                <a:gd name="connsiteX8" fmla="*/ 262898 w 5187300"/>
                <a:gd name="connsiteY8" fmla="*/ 2878279 h 4291171"/>
                <a:gd name="connsiteX9" fmla="*/ 262899 w 5187300"/>
                <a:gd name="connsiteY9" fmla="*/ 2878279 h 4291171"/>
                <a:gd name="connsiteX10" fmla="*/ 0 w 5187300"/>
                <a:gd name="connsiteY10" fmla="*/ 2357121 h 4291171"/>
                <a:gd name="connsiteX11" fmla="*/ 230425 w 5187300"/>
                <a:gd name="connsiteY11" fmla="*/ 1984380 h 4291171"/>
                <a:gd name="connsiteX12" fmla="*/ 1906336 w 5187300"/>
                <a:gd name="connsiteY12" fmla="*/ 13040 h 4291171"/>
                <a:gd name="connsiteX13" fmla="*/ 2037697 w 5187300"/>
                <a:gd name="connsiteY13" fmla="*/ 729 h 4291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87300" h="4291171">
                  <a:moveTo>
                    <a:pt x="2037697" y="729"/>
                  </a:moveTo>
                  <a:cubicBezTo>
                    <a:pt x="2696537" y="38139"/>
                    <a:pt x="3380556" y="1503151"/>
                    <a:pt x="3850943" y="1837426"/>
                  </a:cubicBezTo>
                  <a:cubicBezTo>
                    <a:pt x="3992060" y="1937709"/>
                    <a:pt x="4471401" y="2051989"/>
                    <a:pt x="5093963" y="2164181"/>
                  </a:cubicBezTo>
                  <a:lnTo>
                    <a:pt x="5187300" y="2177219"/>
                  </a:lnTo>
                  <a:lnTo>
                    <a:pt x="4895251" y="2797609"/>
                  </a:lnTo>
                  <a:cubicBezTo>
                    <a:pt x="4895251" y="2796249"/>
                    <a:pt x="4895250" y="2794888"/>
                    <a:pt x="4895250" y="2793528"/>
                  </a:cubicBezTo>
                  <a:lnTo>
                    <a:pt x="4132180" y="4291171"/>
                  </a:lnTo>
                  <a:lnTo>
                    <a:pt x="1018547" y="4267955"/>
                  </a:lnTo>
                  <a:lnTo>
                    <a:pt x="262898" y="2878279"/>
                  </a:lnTo>
                  <a:lnTo>
                    <a:pt x="262899" y="2878279"/>
                  </a:lnTo>
                  <a:lnTo>
                    <a:pt x="0" y="2357121"/>
                  </a:lnTo>
                  <a:lnTo>
                    <a:pt x="230425" y="1984380"/>
                  </a:lnTo>
                  <a:cubicBezTo>
                    <a:pt x="802980" y="1056633"/>
                    <a:pt x="1382799" y="144486"/>
                    <a:pt x="1906336" y="13040"/>
                  </a:cubicBezTo>
                  <a:cubicBezTo>
                    <a:pt x="1949964" y="2086"/>
                    <a:pt x="1993775" y="-1765"/>
                    <a:pt x="2037697" y="729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>
                <a:effectLst>
                  <a:glow rad="698500">
                    <a:schemeClr val="tx1"/>
                  </a:glow>
                </a:effectLst>
              </a:endParaRPr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D831A75-F63F-4DB0-AB3F-7DCC7919A186}"/>
                </a:ext>
              </a:extLst>
            </p:cNvPr>
            <p:cNvSpPr/>
            <p:nvPr/>
          </p:nvSpPr>
          <p:spPr>
            <a:xfrm>
              <a:off x="3380155" y="2152431"/>
              <a:ext cx="4896952" cy="4030828"/>
            </a:xfrm>
            <a:custGeom>
              <a:avLst/>
              <a:gdLst>
                <a:gd name="connsiteX0" fmla="*/ 1841492 w 4973152"/>
                <a:gd name="connsiteY0" fmla="*/ 127 h 4090700"/>
                <a:gd name="connsiteX1" fmla="*/ 3656626 w 4973152"/>
                <a:gd name="connsiteY1" fmla="*/ 2040190 h 4090700"/>
                <a:gd name="connsiteX2" fmla="*/ 4836319 w 4973152"/>
                <a:gd name="connsiteY2" fmla="*/ 2286990 h 4090700"/>
                <a:gd name="connsiteX3" fmla="*/ 4973152 w 4973152"/>
                <a:gd name="connsiteY3" fmla="*/ 2290168 h 4090700"/>
                <a:gd name="connsiteX4" fmla="*/ 4559468 w 4973152"/>
                <a:gd name="connsiteY4" fmla="*/ 3096945 h 4090700"/>
                <a:gd name="connsiteX5" fmla="*/ 4559468 w 4973152"/>
                <a:gd name="connsiteY5" fmla="*/ 3096945 h 4090700"/>
                <a:gd name="connsiteX6" fmla="*/ 4049909 w 4973152"/>
                <a:gd name="connsiteY6" fmla="*/ 4090700 h 4090700"/>
                <a:gd name="connsiteX7" fmla="*/ 1112034 w 4973152"/>
                <a:gd name="connsiteY7" fmla="*/ 4082631 h 4090700"/>
                <a:gd name="connsiteX8" fmla="*/ 1112030 w 4973152"/>
                <a:gd name="connsiteY8" fmla="*/ 4082632 h 4090700"/>
                <a:gd name="connsiteX9" fmla="*/ 881847 w 4973152"/>
                <a:gd name="connsiteY9" fmla="*/ 4082000 h 4090700"/>
                <a:gd name="connsiteX10" fmla="*/ 0 w 4973152"/>
                <a:gd name="connsiteY10" fmla="*/ 2333875 h 4090700"/>
                <a:gd name="connsiteX11" fmla="*/ 87753 w 4973152"/>
                <a:gd name="connsiteY11" fmla="*/ 2173768 h 4090700"/>
                <a:gd name="connsiteX12" fmla="*/ 1609904 w 4973152"/>
                <a:gd name="connsiteY12" fmla="*/ 65337 h 4090700"/>
                <a:gd name="connsiteX13" fmla="*/ 1841492 w 4973152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59468 w 4929609"/>
                <a:gd name="connsiteY4" fmla="*/ 3096945 h 4090700"/>
                <a:gd name="connsiteX5" fmla="*/ 4559468 w 4929609"/>
                <a:gd name="connsiteY5" fmla="*/ 3096945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59468 w 4929609"/>
                <a:gd name="connsiteY4" fmla="*/ 3096945 h 4090700"/>
                <a:gd name="connsiteX5" fmla="*/ 4528625 w 4929609"/>
                <a:gd name="connsiteY5" fmla="*/ 3093317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30440 w 4929609"/>
                <a:gd name="connsiteY4" fmla="*/ 3091502 h 4090700"/>
                <a:gd name="connsiteX5" fmla="*/ 4528625 w 4929609"/>
                <a:gd name="connsiteY5" fmla="*/ 3093317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82632"/>
                <a:gd name="connsiteX1" fmla="*/ 3656626 w 4929609"/>
                <a:gd name="connsiteY1" fmla="*/ 2040190 h 4082632"/>
                <a:gd name="connsiteX2" fmla="*/ 4836319 w 4929609"/>
                <a:gd name="connsiteY2" fmla="*/ 2286990 h 4082632"/>
                <a:gd name="connsiteX3" fmla="*/ 4929609 w 4929609"/>
                <a:gd name="connsiteY3" fmla="*/ 2286539 h 4082632"/>
                <a:gd name="connsiteX4" fmla="*/ 4530440 w 4929609"/>
                <a:gd name="connsiteY4" fmla="*/ 3091502 h 4082632"/>
                <a:gd name="connsiteX5" fmla="*/ 4528625 w 4929609"/>
                <a:gd name="connsiteY5" fmla="*/ 3093317 h 4082632"/>
                <a:gd name="connsiteX6" fmla="*/ 4042652 w 4929609"/>
                <a:gd name="connsiteY6" fmla="*/ 4030828 h 4082632"/>
                <a:gd name="connsiteX7" fmla="*/ 1112034 w 4929609"/>
                <a:gd name="connsiteY7" fmla="*/ 4082631 h 4082632"/>
                <a:gd name="connsiteX8" fmla="*/ 1112030 w 4929609"/>
                <a:gd name="connsiteY8" fmla="*/ 4082632 h 4082632"/>
                <a:gd name="connsiteX9" fmla="*/ 881847 w 4929609"/>
                <a:gd name="connsiteY9" fmla="*/ 4082000 h 4082632"/>
                <a:gd name="connsiteX10" fmla="*/ 0 w 4929609"/>
                <a:gd name="connsiteY10" fmla="*/ 2333875 h 4082632"/>
                <a:gd name="connsiteX11" fmla="*/ 87753 w 4929609"/>
                <a:gd name="connsiteY11" fmla="*/ 2173768 h 4082632"/>
                <a:gd name="connsiteX12" fmla="*/ 1609904 w 4929609"/>
                <a:gd name="connsiteY12" fmla="*/ 65337 h 4082632"/>
                <a:gd name="connsiteX13" fmla="*/ 1841492 w 4929609"/>
                <a:gd name="connsiteY13" fmla="*/ 127 h 4082632"/>
                <a:gd name="connsiteX0" fmla="*/ 1841492 w 4929609"/>
                <a:gd name="connsiteY0" fmla="*/ 127 h 4082632"/>
                <a:gd name="connsiteX1" fmla="*/ 3656626 w 4929609"/>
                <a:gd name="connsiteY1" fmla="*/ 2040190 h 4082632"/>
                <a:gd name="connsiteX2" fmla="*/ 4836319 w 4929609"/>
                <a:gd name="connsiteY2" fmla="*/ 2286990 h 4082632"/>
                <a:gd name="connsiteX3" fmla="*/ 4929609 w 4929609"/>
                <a:gd name="connsiteY3" fmla="*/ 2286539 h 4082632"/>
                <a:gd name="connsiteX4" fmla="*/ 4530440 w 4929609"/>
                <a:gd name="connsiteY4" fmla="*/ 3091502 h 4082632"/>
                <a:gd name="connsiteX5" fmla="*/ 4528625 w 4929609"/>
                <a:gd name="connsiteY5" fmla="*/ 3093317 h 4082632"/>
                <a:gd name="connsiteX6" fmla="*/ 4042652 w 4929609"/>
                <a:gd name="connsiteY6" fmla="*/ 4030828 h 4082632"/>
                <a:gd name="connsiteX7" fmla="*/ 1112034 w 4929609"/>
                <a:gd name="connsiteY7" fmla="*/ 4082631 h 4082632"/>
                <a:gd name="connsiteX8" fmla="*/ 1112030 w 4929609"/>
                <a:gd name="connsiteY8" fmla="*/ 4082632 h 4082632"/>
                <a:gd name="connsiteX9" fmla="*/ 909061 w 4929609"/>
                <a:gd name="connsiteY9" fmla="*/ 4034829 h 4082632"/>
                <a:gd name="connsiteX10" fmla="*/ 0 w 4929609"/>
                <a:gd name="connsiteY10" fmla="*/ 2333875 h 4082632"/>
                <a:gd name="connsiteX11" fmla="*/ 87753 w 4929609"/>
                <a:gd name="connsiteY11" fmla="*/ 2173768 h 4082632"/>
                <a:gd name="connsiteX12" fmla="*/ 1609904 w 4929609"/>
                <a:gd name="connsiteY12" fmla="*/ 65337 h 4082632"/>
                <a:gd name="connsiteX13" fmla="*/ 1841492 w 4929609"/>
                <a:gd name="connsiteY13" fmla="*/ 127 h 4082632"/>
                <a:gd name="connsiteX0" fmla="*/ 1841492 w 4929609"/>
                <a:gd name="connsiteY0" fmla="*/ 127 h 4082631"/>
                <a:gd name="connsiteX1" fmla="*/ 3656626 w 4929609"/>
                <a:gd name="connsiteY1" fmla="*/ 2040190 h 4082631"/>
                <a:gd name="connsiteX2" fmla="*/ 4836319 w 4929609"/>
                <a:gd name="connsiteY2" fmla="*/ 2286990 h 4082631"/>
                <a:gd name="connsiteX3" fmla="*/ 4929609 w 4929609"/>
                <a:gd name="connsiteY3" fmla="*/ 2286539 h 4082631"/>
                <a:gd name="connsiteX4" fmla="*/ 4530440 w 4929609"/>
                <a:gd name="connsiteY4" fmla="*/ 3091502 h 4082631"/>
                <a:gd name="connsiteX5" fmla="*/ 4528625 w 4929609"/>
                <a:gd name="connsiteY5" fmla="*/ 3093317 h 4082631"/>
                <a:gd name="connsiteX6" fmla="*/ 4042652 w 4929609"/>
                <a:gd name="connsiteY6" fmla="*/ 4030828 h 4082631"/>
                <a:gd name="connsiteX7" fmla="*/ 1112034 w 4929609"/>
                <a:gd name="connsiteY7" fmla="*/ 4082631 h 4082631"/>
                <a:gd name="connsiteX8" fmla="*/ 1117473 w 4929609"/>
                <a:gd name="connsiteY8" fmla="*/ 4040903 h 4082631"/>
                <a:gd name="connsiteX9" fmla="*/ 909061 w 4929609"/>
                <a:gd name="connsiteY9" fmla="*/ 4034829 h 4082631"/>
                <a:gd name="connsiteX10" fmla="*/ 0 w 4929609"/>
                <a:gd name="connsiteY10" fmla="*/ 2333875 h 4082631"/>
                <a:gd name="connsiteX11" fmla="*/ 87753 w 4929609"/>
                <a:gd name="connsiteY11" fmla="*/ 2173768 h 4082631"/>
                <a:gd name="connsiteX12" fmla="*/ 1609904 w 4929609"/>
                <a:gd name="connsiteY12" fmla="*/ 65337 h 4082631"/>
                <a:gd name="connsiteX13" fmla="*/ 1841492 w 4929609"/>
                <a:gd name="connsiteY13" fmla="*/ 127 h 4082631"/>
                <a:gd name="connsiteX0" fmla="*/ 1841492 w 4929609"/>
                <a:gd name="connsiteY0" fmla="*/ 127 h 4046346"/>
                <a:gd name="connsiteX1" fmla="*/ 3656626 w 4929609"/>
                <a:gd name="connsiteY1" fmla="*/ 2040190 h 4046346"/>
                <a:gd name="connsiteX2" fmla="*/ 4836319 w 4929609"/>
                <a:gd name="connsiteY2" fmla="*/ 2286990 h 4046346"/>
                <a:gd name="connsiteX3" fmla="*/ 4929609 w 4929609"/>
                <a:gd name="connsiteY3" fmla="*/ 2286539 h 4046346"/>
                <a:gd name="connsiteX4" fmla="*/ 4530440 w 4929609"/>
                <a:gd name="connsiteY4" fmla="*/ 3091502 h 4046346"/>
                <a:gd name="connsiteX5" fmla="*/ 4528625 w 4929609"/>
                <a:gd name="connsiteY5" fmla="*/ 3093317 h 4046346"/>
                <a:gd name="connsiteX6" fmla="*/ 4042652 w 4929609"/>
                <a:gd name="connsiteY6" fmla="*/ 4030828 h 4046346"/>
                <a:gd name="connsiteX7" fmla="*/ 1121106 w 4929609"/>
                <a:gd name="connsiteY7" fmla="*/ 4046346 h 4046346"/>
                <a:gd name="connsiteX8" fmla="*/ 1117473 w 4929609"/>
                <a:gd name="connsiteY8" fmla="*/ 4040903 h 4046346"/>
                <a:gd name="connsiteX9" fmla="*/ 909061 w 4929609"/>
                <a:gd name="connsiteY9" fmla="*/ 4034829 h 4046346"/>
                <a:gd name="connsiteX10" fmla="*/ 0 w 4929609"/>
                <a:gd name="connsiteY10" fmla="*/ 2333875 h 4046346"/>
                <a:gd name="connsiteX11" fmla="*/ 87753 w 4929609"/>
                <a:gd name="connsiteY11" fmla="*/ 2173768 h 4046346"/>
                <a:gd name="connsiteX12" fmla="*/ 1609904 w 4929609"/>
                <a:gd name="connsiteY12" fmla="*/ 65337 h 4046346"/>
                <a:gd name="connsiteX13" fmla="*/ 1841492 w 4929609"/>
                <a:gd name="connsiteY13" fmla="*/ 127 h 4046346"/>
                <a:gd name="connsiteX0" fmla="*/ 1841492 w 4929609"/>
                <a:gd name="connsiteY0" fmla="*/ 127 h 4046346"/>
                <a:gd name="connsiteX1" fmla="*/ 3656626 w 4929609"/>
                <a:gd name="connsiteY1" fmla="*/ 2040190 h 4046346"/>
                <a:gd name="connsiteX2" fmla="*/ 4836319 w 4929609"/>
                <a:gd name="connsiteY2" fmla="*/ 2286990 h 4046346"/>
                <a:gd name="connsiteX3" fmla="*/ 4929609 w 4929609"/>
                <a:gd name="connsiteY3" fmla="*/ 2286539 h 4046346"/>
                <a:gd name="connsiteX4" fmla="*/ 4530440 w 4929609"/>
                <a:gd name="connsiteY4" fmla="*/ 3091502 h 4046346"/>
                <a:gd name="connsiteX5" fmla="*/ 4528625 w 4929609"/>
                <a:gd name="connsiteY5" fmla="*/ 3093317 h 4046346"/>
                <a:gd name="connsiteX6" fmla="*/ 4042652 w 4929609"/>
                <a:gd name="connsiteY6" fmla="*/ 4030828 h 4046346"/>
                <a:gd name="connsiteX7" fmla="*/ 1121106 w 4929609"/>
                <a:gd name="connsiteY7" fmla="*/ 4046346 h 4046346"/>
                <a:gd name="connsiteX8" fmla="*/ 1126545 w 4929609"/>
                <a:gd name="connsiteY8" fmla="*/ 4024575 h 4046346"/>
                <a:gd name="connsiteX9" fmla="*/ 909061 w 4929609"/>
                <a:gd name="connsiteY9" fmla="*/ 4034829 h 4046346"/>
                <a:gd name="connsiteX10" fmla="*/ 0 w 4929609"/>
                <a:gd name="connsiteY10" fmla="*/ 2333875 h 4046346"/>
                <a:gd name="connsiteX11" fmla="*/ 87753 w 4929609"/>
                <a:gd name="connsiteY11" fmla="*/ 2173768 h 4046346"/>
                <a:gd name="connsiteX12" fmla="*/ 1609904 w 4929609"/>
                <a:gd name="connsiteY12" fmla="*/ 65337 h 4046346"/>
                <a:gd name="connsiteX13" fmla="*/ 1841492 w 4929609"/>
                <a:gd name="connsiteY13" fmla="*/ 127 h 4046346"/>
                <a:gd name="connsiteX0" fmla="*/ 1841492 w 4929609"/>
                <a:gd name="connsiteY0" fmla="*/ 127 h 4034829"/>
                <a:gd name="connsiteX1" fmla="*/ 3656626 w 4929609"/>
                <a:gd name="connsiteY1" fmla="*/ 2040190 h 4034829"/>
                <a:gd name="connsiteX2" fmla="*/ 4836319 w 4929609"/>
                <a:gd name="connsiteY2" fmla="*/ 2286990 h 4034829"/>
                <a:gd name="connsiteX3" fmla="*/ 4929609 w 4929609"/>
                <a:gd name="connsiteY3" fmla="*/ 2286539 h 4034829"/>
                <a:gd name="connsiteX4" fmla="*/ 4530440 w 4929609"/>
                <a:gd name="connsiteY4" fmla="*/ 3091502 h 4034829"/>
                <a:gd name="connsiteX5" fmla="*/ 4528625 w 4929609"/>
                <a:gd name="connsiteY5" fmla="*/ 3093317 h 4034829"/>
                <a:gd name="connsiteX6" fmla="*/ 4042652 w 4929609"/>
                <a:gd name="connsiteY6" fmla="*/ 4030828 h 4034829"/>
                <a:gd name="connsiteX7" fmla="*/ 1126549 w 4929609"/>
                <a:gd name="connsiteY7" fmla="*/ 4026388 h 4034829"/>
                <a:gd name="connsiteX8" fmla="*/ 1126545 w 4929609"/>
                <a:gd name="connsiteY8" fmla="*/ 4024575 h 4034829"/>
                <a:gd name="connsiteX9" fmla="*/ 909061 w 4929609"/>
                <a:gd name="connsiteY9" fmla="*/ 4034829 h 4034829"/>
                <a:gd name="connsiteX10" fmla="*/ 0 w 4929609"/>
                <a:gd name="connsiteY10" fmla="*/ 2333875 h 4034829"/>
                <a:gd name="connsiteX11" fmla="*/ 87753 w 4929609"/>
                <a:gd name="connsiteY11" fmla="*/ 2173768 h 4034829"/>
                <a:gd name="connsiteX12" fmla="*/ 1609904 w 4929609"/>
                <a:gd name="connsiteY12" fmla="*/ 65337 h 4034829"/>
                <a:gd name="connsiteX13" fmla="*/ 1841492 w 4929609"/>
                <a:gd name="connsiteY13" fmla="*/ 127 h 4034829"/>
                <a:gd name="connsiteX0" fmla="*/ 1841492 w 4929609"/>
                <a:gd name="connsiteY0" fmla="*/ 127 h 4030828"/>
                <a:gd name="connsiteX1" fmla="*/ 3656626 w 4929609"/>
                <a:gd name="connsiteY1" fmla="*/ 2040190 h 4030828"/>
                <a:gd name="connsiteX2" fmla="*/ 4836319 w 4929609"/>
                <a:gd name="connsiteY2" fmla="*/ 2286990 h 4030828"/>
                <a:gd name="connsiteX3" fmla="*/ 4929609 w 4929609"/>
                <a:gd name="connsiteY3" fmla="*/ 2286539 h 4030828"/>
                <a:gd name="connsiteX4" fmla="*/ 4530440 w 4929609"/>
                <a:gd name="connsiteY4" fmla="*/ 3091502 h 4030828"/>
                <a:gd name="connsiteX5" fmla="*/ 4528625 w 4929609"/>
                <a:gd name="connsiteY5" fmla="*/ 3093317 h 4030828"/>
                <a:gd name="connsiteX6" fmla="*/ 4042652 w 4929609"/>
                <a:gd name="connsiteY6" fmla="*/ 4030828 h 4030828"/>
                <a:gd name="connsiteX7" fmla="*/ 1126549 w 4929609"/>
                <a:gd name="connsiteY7" fmla="*/ 4026388 h 4030828"/>
                <a:gd name="connsiteX8" fmla="*/ 1126545 w 4929609"/>
                <a:gd name="connsiteY8" fmla="*/ 4024575 h 4030828"/>
                <a:gd name="connsiteX9" fmla="*/ 930833 w 4929609"/>
                <a:gd name="connsiteY9" fmla="*/ 4007615 h 4030828"/>
                <a:gd name="connsiteX10" fmla="*/ 0 w 4929609"/>
                <a:gd name="connsiteY10" fmla="*/ 2333875 h 4030828"/>
                <a:gd name="connsiteX11" fmla="*/ 87753 w 4929609"/>
                <a:gd name="connsiteY11" fmla="*/ 2173768 h 4030828"/>
                <a:gd name="connsiteX12" fmla="*/ 1609904 w 4929609"/>
                <a:gd name="connsiteY12" fmla="*/ 65337 h 4030828"/>
                <a:gd name="connsiteX13" fmla="*/ 1841492 w 4929609"/>
                <a:gd name="connsiteY13" fmla="*/ 127 h 4030828"/>
                <a:gd name="connsiteX0" fmla="*/ 1841492 w 4929609"/>
                <a:gd name="connsiteY0" fmla="*/ 127 h 4030828"/>
                <a:gd name="connsiteX1" fmla="*/ 3656626 w 4929609"/>
                <a:gd name="connsiteY1" fmla="*/ 2040190 h 4030828"/>
                <a:gd name="connsiteX2" fmla="*/ 4836319 w 4929609"/>
                <a:gd name="connsiteY2" fmla="*/ 2286990 h 4030828"/>
                <a:gd name="connsiteX3" fmla="*/ 4929609 w 4929609"/>
                <a:gd name="connsiteY3" fmla="*/ 2286539 h 4030828"/>
                <a:gd name="connsiteX4" fmla="*/ 4530440 w 4929609"/>
                <a:gd name="connsiteY4" fmla="*/ 3091502 h 4030828"/>
                <a:gd name="connsiteX5" fmla="*/ 4528625 w 4929609"/>
                <a:gd name="connsiteY5" fmla="*/ 3093317 h 4030828"/>
                <a:gd name="connsiteX6" fmla="*/ 4042652 w 4929609"/>
                <a:gd name="connsiteY6" fmla="*/ 4030828 h 4030828"/>
                <a:gd name="connsiteX7" fmla="*/ 1126549 w 4929609"/>
                <a:gd name="connsiteY7" fmla="*/ 4026388 h 4030828"/>
                <a:gd name="connsiteX8" fmla="*/ 1126545 w 4929609"/>
                <a:gd name="connsiteY8" fmla="*/ 4024575 h 4030828"/>
                <a:gd name="connsiteX9" fmla="*/ 930833 w 4929609"/>
                <a:gd name="connsiteY9" fmla="*/ 4007615 h 4030828"/>
                <a:gd name="connsiteX10" fmla="*/ 0 w 4929609"/>
                <a:gd name="connsiteY10" fmla="*/ 2333875 h 4030828"/>
                <a:gd name="connsiteX11" fmla="*/ 87753 w 4929609"/>
                <a:gd name="connsiteY11" fmla="*/ 2173768 h 4030828"/>
                <a:gd name="connsiteX12" fmla="*/ 1609904 w 4929609"/>
                <a:gd name="connsiteY12" fmla="*/ 65337 h 4030828"/>
                <a:gd name="connsiteX13" fmla="*/ 1841492 w 4929609"/>
                <a:gd name="connsiteY13" fmla="*/ 127 h 4030828"/>
                <a:gd name="connsiteX0" fmla="*/ 1808835 w 4896952"/>
                <a:gd name="connsiteY0" fmla="*/ 127 h 4030828"/>
                <a:gd name="connsiteX1" fmla="*/ 3623969 w 4896952"/>
                <a:gd name="connsiteY1" fmla="*/ 2040190 h 4030828"/>
                <a:gd name="connsiteX2" fmla="*/ 4803662 w 4896952"/>
                <a:gd name="connsiteY2" fmla="*/ 2286990 h 4030828"/>
                <a:gd name="connsiteX3" fmla="*/ 4896952 w 4896952"/>
                <a:gd name="connsiteY3" fmla="*/ 2286539 h 4030828"/>
                <a:gd name="connsiteX4" fmla="*/ 4497783 w 4896952"/>
                <a:gd name="connsiteY4" fmla="*/ 3091502 h 4030828"/>
                <a:gd name="connsiteX5" fmla="*/ 4495968 w 4896952"/>
                <a:gd name="connsiteY5" fmla="*/ 3093317 h 4030828"/>
                <a:gd name="connsiteX6" fmla="*/ 4009995 w 4896952"/>
                <a:gd name="connsiteY6" fmla="*/ 4030828 h 4030828"/>
                <a:gd name="connsiteX7" fmla="*/ 1093892 w 4896952"/>
                <a:gd name="connsiteY7" fmla="*/ 4026388 h 4030828"/>
                <a:gd name="connsiteX8" fmla="*/ 1093888 w 4896952"/>
                <a:gd name="connsiteY8" fmla="*/ 4024575 h 4030828"/>
                <a:gd name="connsiteX9" fmla="*/ 898176 w 4896952"/>
                <a:gd name="connsiteY9" fmla="*/ 4007615 h 4030828"/>
                <a:gd name="connsiteX10" fmla="*/ 0 w 4896952"/>
                <a:gd name="connsiteY10" fmla="*/ 2286703 h 4030828"/>
                <a:gd name="connsiteX11" fmla="*/ 55096 w 4896952"/>
                <a:gd name="connsiteY11" fmla="*/ 2173768 h 4030828"/>
                <a:gd name="connsiteX12" fmla="*/ 1577247 w 4896952"/>
                <a:gd name="connsiteY12" fmla="*/ 65337 h 4030828"/>
                <a:gd name="connsiteX13" fmla="*/ 1808835 w 4896952"/>
                <a:gd name="connsiteY13" fmla="*/ 127 h 4030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896952" h="4030828">
                  <a:moveTo>
                    <a:pt x="1808835" y="127"/>
                  </a:moveTo>
                  <a:cubicBezTo>
                    <a:pt x="2546405" y="-17127"/>
                    <a:pt x="3195694" y="1720576"/>
                    <a:pt x="3623969" y="2040190"/>
                  </a:cubicBezTo>
                  <a:cubicBezTo>
                    <a:pt x="3860260" y="2216529"/>
                    <a:pt x="4228419" y="2269139"/>
                    <a:pt x="4803662" y="2286990"/>
                  </a:cubicBezTo>
                  <a:lnTo>
                    <a:pt x="4896952" y="2286539"/>
                  </a:lnTo>
                  <a:lnTo>
                    <a:pt x="4497783" y="3091502"/>
                  </a:lnTo>
                  <a:lnTo>
                    <a:pt x="4495968" y="3093317"/>
                  </a:lnTo>
                  <a:lnTo>
                    <a:pt x="4009995" y="4030828"/>
                  </a:lnTo>
                  <a:lnTo>
                    <a:pt x="1093892" y="4026388"/>
                  </a:lnTo>
                  <a:cubicBezTo>
                    <a:pt x="1093891" y="4026388"/>
                    <a:pt x="1093889" y="4024575"/>
                    <a:pt x="1093888" y="4024575"/>
                  </a:cubicBezTo>
                  <a:cubicBezTo>
                    <a:pt x="1028651" y="4018922"/>
                    <a:pt x="1008770" y="4020525"/>
                    <a:pt x="898176" y="4007615"/>
                  </a:cubicBezTo>
                  <a:lnTo>
                    <a:pt x="0" y="2286703"/>
                  </a:lnTo>
                  <a:lnTo>
                    <a:pt x="55096" y="2173768"/>
                  </a:lnTo>
                  <a:cubicBezTo>
                    <a:pt x="600034" y="1192096"/>
                    <a:pt x="1161019" y="293919"/>
                    <a:pt x="1577247" y="65337"/>
                  </a:cubicBezTo>
                  <a:cubicBezTo>
                    <a:pt x="1655290" y="22478"/>
                    <a:pt x="1732535" y="1912"/>
                    <a:pt x="1808835" y="127"/>
                  </a:cubicBezTo>
                  <a:close/>
                </a:path>
              </a:pathLst>
            </a:custGeom>
            <a:solidFill>
              <a:srgbClr val="B36005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99968EA9-B3C1-4744-B2D3-3277507620D3}"/>
                </a:ext>
              </a:extLst>
            </p:cNvPr>
            <p:cNvSpPr/>
            <p:nvPr/>
          </p:nvSpPr>
          <p:spPr>
            <a:xfrm>
              <a:off x="3694536" y="2754382"/>
              <a:ext cx="4164935" cy="3437349"/>
            </a:xfrm>
            <a:custGeom>
              <a:avLst/>
              <a:gdLst>
                <a:gd name="connsiteX0" fmla="*/ 1560216 w 4197593"/>
                <a:gd name="connsiteY0" fmla="*/ 1354 h 3478446"/>
                <a:gd name="connsiteX1" fmla="*/ 2878076 w 4197593"/>
                <a:gd name="connsiteY1" fmla="*/ 2150769 h 3478446"/>
                <a:gd name="connsiteX2" fmla="*/ 4167289 w 4197593"/>
                <a:gd name="connsiteY2" fmla="*/ 2559590 h 3478446"/>
                <a:gd name="connsiteX3" fmla="*/ 4197593 w 4197593"/>
                <a:gd name="connsiteY3" fmla="*/ 2559523 h 3478446"/>
                <a:gd name="connsiteX4" fmla="*/ 3727012 w 4197593"/>
                <a:gd name="connsiteY4" fmla="*/ 3477263 h 3478446"/>
                <a:gd name="connsiteX5" fmla="*/ 3723766 w 4197593"/>
                <a:gd name="connsiteY5" fmla="*/ 3478446 h 3478446"/>
                <a:gd name="connsiteX6" fmla="*/ 558340 w 4197593"/>
                <a:gd name="connsiteY6" fmla="*/ 3469752 h 3478446"/>
                <a:gd name="connsiteX7" fmla="*/ 0 w 4197593"/>
                <a:gd name="connsiteY7" fmla="*/ 2362928 h 3478446"/>
                <a:gd name="connsiteX8" fmla="*/ 186055 w 4197593"/>
                <a:gd name="connsiteY8" fmla="*/ 1978445 h 3478446"/>
                <a:gd name="connsiteX9" fmla="*/ 1371094 w 4197593"/>
                <a:gd name="connsiteY9" fmla="*/ 82797 h 3478446"/>
                <a:gd name="connsiteX10" fmla="*/ 1560216 w 4197593"/>
                <a:gd name="connsiteY10" fmla="*/ 1354 h 3478446"/>
                <a:gd name="connsiteX0" fmla="*/ 1527558 w 4164935"/>
                <a:gd name="connsiteY0" fmla="*/ 1354 h 3478446"/>
                <a:gd name="connsiteX1" fmla="*/ 2845418 w 4164935"/>
                <a:gd name="connsiteY1" fmla="*/ 2150769 h 3478446"/>
                <a:gd name="connsiteX2" fmla="*/ 4134631 w 4164935"/>
                <a:gd name="connsiteY2" fmla="*/ 2559590 h 3478446"/>
                <a:gd name="connsiteX3" fmla="*/ 4164935 w 4164935"/>
                <a:gd name="connsiteY3" fmla="*/ 2559523 h 3478446"/>
                <a:gd name="connsiteX4" fmla="*/ 3694354 w 4164935"/>
                <a:gd name="connsiteY4" fmla="*/ 3477263 h 3478446"/>
                <a:gd name="connsiteX5" fmla="*/ 3691108 w 4164935"/>
                <a:gd name="connsiteY5" fmla="*/ 3478446 h 3478446"/>
                <a:gd name="connsiteX6" fmla="*/ 525682 w 4164935"/>
                <a:gd name="connsiteY6" fmla="*/ 3469752 h 3478446"/>
                <a:gd name="connsiteX7" fmla="*/ 0 w 4164935"/>
                <a:gd name="connsiteY7" fmla="*/ 2304871 h 3478446"/>
                <a:gd name="connsiteX8" fmla="*/ 153397 w 4164935"/>
                <a:gd name="connsiteY8" fmla="*/ 1978445 h 3478446"/>
                <a:gd name="connsiteX9" fmla="*/ 1338436 w 4164935"/>
                <a:gd name="connsiteY9" fmla="*/ 82797 h 3478446"/>
                <a:gd name="connsiteX10" fmla="*/ 1527558 w 4164935"/>
                <a:gd name="connsiteY10" fmla="*/ 1354 h 3478446"/>
                <a:gd name="connsiteX0" fmla="*/ 1527558 w 4164935"/>
                <a:gd name="connsiteY0" fmla="*/ 1354 h 3478446"/>
                <a:gd name="connsiteX1" fmla="*/ 2845418 w 4164935"/>
                <a:gd name="connsiteY1" fmla="*/ 2150769 h 3478446"/>
                <a:gd name="connsiteX2" fmla="*/ 4134631 w 4164935"/>
                <a:gd name="connsiteY2" fmla="*/ 2559590 h 3478446"/>
                <a:gd name="connsiteX3" fmla="*/ 4164935 w 4164935"/>
                <a:gd name="connsiteY3" fmla="*/ 2559523 h 3478446"/>
                <a:gd name="connsiteX4" fmla="*/ 3694354 w 4164935"/>
                <a:gd name="connsiteY4" fmla="*/ 3477263 h 3478446"/>
                <a:gd name="connsiteX5" fmla="*/ 3691108 w 4164935"/>
                <a:gd name="connsiteY5" fmla="*/ 3478446 h 3478446"/>
                <a:gd name="connsiteX6" fmla="*/ 560154 w 4164935"/>
                <a:gd name="connsiteY6" fmla="*/ 3422581 h 3478446"/>
                <a:gd name="connsiteX7" fmla="*/ 0 w 4164935"/>
                <a:gd name="connsiteY7" fmla="*/ 2304871 h 3478446"/>
                <a:gd name="connsiteX8" fmla="*/ 153397 w 4164935"/>
                <a:gd name="connsiteY8" fmla="*/ 1978445 h 3478446"/>
                <a:gd name="connsiteX9" fmla="*/ 1338436 w 4164935"/>
                <a:gd name="connsiteY9" fmla="*/ 82797 h 3478446"/>
                <a:gd name="connsiteX10" fmla="*/ 1527558 w 4164935"/>
                <a:gd name="connsiteY10" fmla="*/ 1354 h 3478446"/>
                <a:gd name="connsiteX0" fmla="*/ 1527558 w 4164935"/>
                <a:gd name="connsiteY0" fmla="*/ 1354 h 3477263"/>
                <a:gd name="connsiteX1" fmla="*/ 2845418 w 4164935"/>
                <a:gd name="connsiteY1" fmla="*/ 2150769 h 3477263"/>
                <a:gd name="connsiteX2" fmla="*/ 4134631 w 4164935"/>
                <a:gd name="connsiteY2" fmla="*/ 2559590 h 3477263"/>
                <a:gd name="connsiteX3" fmla="*/ 4164935 w 4164935"/>
                <a:gd name="connsiteY3" fmla="*/ 2559523 h 3477263"/>
                <a:gd name="connsiteX4" fmla="*/ 3694354 w 4164935"/>
                <a:gd name="connsiteY4" fmla="*/ 3477263 h 3477263"/>
                <a:gd name="connsiteX5" fmla="*/ 3680222 w 4164935"/>
                <a:gd name="connsiteY5" fmla="*/ 3434903 h 3477263"/>
                <a:gd name="connsiteX6" fmla="*/ 560154 w 4164935"/>
                <a:gd name="connsiteY6" fmla="*/ 3422581 h 3477263"/>
                <a:gd name="connsiteX7" fmla="*/ 0 w 4164935"/>
                <a:gd name="connsiteY7" fmla="*/ 2304871 h 3477263"/>
                <a:gd name="connsiteX8" fmla="*/ 153397 w 4164935"/>
                <a:gd name="connsiteY8" fmla="*/ 1978445 h 3477263"/>
                <a:gd name="connsiteX9" fmla="*/ 1338436 w 4164935"/>
                <a:gd name="connsiteY9" fmla="*/ 82797 h 3477263"/>
                <a:gd name="connsiteX10" fmla="*/ 1527558 w 4164935"/>
                <a:gd name="connsiteY10" fmla="*/ 1354 h 3477263"/>
                <a:gd name="connsiteX0" fmla="*/ 1527558 w 4164935"/>
                <a:gd name="connsiteY0" fmla="*/ 1354 h 3437349"/>
                <a:gd name="connsiteX1" fmla="*/ 2845418 w 4164935"/>
                <a:gd name="connsiteY1" fmla="*/ 2150769 h 3437349"/>
                <a:gd name="connsiteX2" fmla="*/ 4134631 w 4164935"/>
                <a:gd name="connsiteY2" fmla="*/ 2559590 h 3437349"/>
                <a:gd name="connsiteX3" fmla="*/ 4164935 w 4164935"/>
                <a:gd name="connsiteY3" fmla="*/ 2559523 h 3437349"/>
                <a:gd name="connsiteX4" fmla="*/ 3685283 w 4164935"/>
                <a:gd name="connsiteY4" fmla="*/ 3437349 h 3437349"/>
                <a:gd name="connsiteX5" fmla="*/ 3680222 w 4164935"/>
                <a:gd name="connsiteY5" fmla="*/ 3434903 h 3437349"/>
                <a:gd name="connsiteX6" fmla="*/ 560154 w 4164935"/>
                <a:gd name="connsiteY6" fmla="*/ 3422581 h 3437349"/>
                <a:gd name="connsiteX7" fmla="*/ 0 w 4164935"/>
                <a:gd name="connsiteY7" fmla="*/ 2304871 h 3437349"/>
                <a:gd name="connsiteX8" fmla="*/ 153397 w 4164935"/>
                <a:gd name="connsiteY8" fmla="*/ 1978445 h 3437349"/>
                <a:gd name="connsiteX9" fmla="*/ 1338436 w 4164935"/>
                <a:gd name="connsiteY9" fmla="*/ 82797 h 3437349"/>
                <a:gd name="connsiteX10" fmla="*/ 1527558 w 4164935"/>
                <a:gd name="connsiteY10" fmla="*/ 1354 h 3437349"/>
                <a:gd name="connsiteX0" fmla="*/ 1527558 w 4164935"/>
                <a:gd name="connsiteY0" fmla="*/ 1354 h 3437349"/>
                <a:gd name="connsiteX1" fmla="*/ 2845418 w 4164935"/>
                <a:gd name="connsiteY1" fmla="*/ 2150769 h 3437349"/>
                <a:gd name="connsiteX2" fmla="*/ 4134631 w 4164935"/>
                <a:gd name="connsiteY2" fmla="*/ 2559590 h 3437349"/>
                <a:gd name="connsiteX3" fmla="*/ 4164935 w 4164935"/>
                <a:gd name="connsiteY3" fmla="*/ 2559523 h 3437349"/>
                <a:gd name="connsiteX4" fmla="*/ 3685283 w 4164935"/>
                <a:gd name="connsiteY4" fmla="*/ 3437349 h 3437349"/>
                <a:gd name="connsiteX5" fmla="*/ 3680222 w 4164935"/>
                <a:gd name="connsiteY5" fmla="*/ 3434903 h 3437349"/>
                <a:gd name="connsiteX6" fmla="*/ 571039 w 4164935"/>
                <a:gd name="connsiteY6" fmla="*/ 3413509 h 3437349"/>
                <a:gd name="connsiteX7" fmla="*/ 0 w 4164935"/>
                <a:gd name="connsiteY7" fmla="*/ 2304871 h 3437349"/>
                <a:gd name="connsiteX8" fmla="*/ 153397 w 4164935"/>
                <a:gd name="connsiteY8" fmla="*/ 1978445 h 3437349"/>
                <a:gd name="connsiteX9" fmla="*/ 1338436 w 4164935"/>
                <a:gd name="connsiteY9" fmla="*/ 82797 h 3437349"/>
                <a:gd name="connsiteX10" fmla="*/ 1527558 w 4164935"/>
                <a:gd name="connsiteY10" fmla="*/ 1354 h 343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64935" h="3437349">
                  <a:moveTo>
                    <a:pt x="1527558" y="1354"/>
                  </a:moveTo>
                  <a:cubicBezTo>
                    <a:pt x="2111338" y="-56410"/>
                    <a:pt x="2457191" y="1751359"/>
                    <a:pt x="2845418" y="2150769"/>
                  </a:cubicBezTo>
                  <a:cubicBezTo>
                    <a:pt x="3099774" y="2412452"/>
                    <a:pt x="3340514" y="2554226"/>
                    <a:pt x="4134631" y="2559590"/>
                  </a:cubicBezTo>
                  <a:lnTo>
                    <a:pt x="4164935" y="2559523"/>
                  </a:lnTo>
                  <a:lnTo>
                    <a:pt x="3685283" y="3437349"/>
                  </a:lnTo>
                  <a:lnTo>
                    <a:pt x="3680222" y="3434903"/>
                  </a:lnTo>
                  <a:lnTo>
                    <a:pt x="571039" y="3413509"/>
                  </a:lnTo>
                  <a:lnTo>
                    <a:pt x="0" y="2304871"/>
                  </a:lnTo>
                  <a:cubicBezTo>
                    <a:pt x="62018" y="2176710"/>
                    <a:pt x="91379" y="2106606"/>
                    <a:pt x="153397" y="1978445"/>
                  </a:cubicBezTo>
                  <a:cubicBezTo>
                    <a:pt x="597656" y="1076237"/>
                    <a:pt x="1031399" y="313928"/>
                    <a:pt x="1338436" y="82797"/>
                  </a:cubicBezTo>
                  <a:cubicBezTo>
                    <a:pt x="1404230" y="33269"/>
                    <a:pt x="1467167" y="7329"/>
                    <a:pt x="1527558" y="1354"/>
                  </a:cubicBezTo>
                  <a:close/>
                </a:path>
              </a:pathLst>
            </a:custGeom>
            <a:solidFill>
              <a:srgbClr val="C7760B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 dirty="0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F9182076-B6DE-4779-9864-A48F34229FC5}"/>
                </a:ext>
              </a:extLst>
            </p:cNvPr>
            <p:cNvSpPr/>
            <p:nvPr/>
          </p:nvSpPr>
          <p:spPr>
            <a:xfrm>
              <a:off x="4190897" y="3679697"/>
              <a:ext cx="2973776" cy="2511324"/>
            </a:xfrm>
            <a:custGeom>
              <a:avLst/>
              <a:gdLst>
                <a:gd name="connsiteX0" fmla="*/ 919798 w 3219750"/>
                <a:gd name="connsiteY0" fmla="*/ 671 h 2511324"/>
                <a:gd name="connsiteX1" fmla="*/ 964787 w 3219750"/>
                <a:gd name="connsiteY1" fmla="*/ 2793 h 2511324"/>
                <a:gd name="connsiteX2" fmla="*/ 1393326 w 3219750"/>
                <a:gd name="connsiteY2" fmla="*/ 451901 h 2511324"/>
                <a:gd name="connsiteX3" fmla="*/ 1166070 w 3219750"/>
                <a:gd name="connsiteY3" fmla="*/ 1410807 h 2511324"/>
                <a:gd name="connsiteX4" fmla="*/ 1421647 w 3219750"/>
                <a:gd name="connsiteY4" fmla="*/ 2114814 h 2511324"/>
                <a:gd name="connsiteX5" fmla="*/ 3219750 w 3219750"/>
                <a:gd name="connsiteY5" fmla="*/ 2474910 h 2511324"/>
                <a:gd name="connsiteX6" fmla="*/ 2907619 w 3219750"/>
                <a:gd name="connsiteY6" fmla="*/ 2511324 h 2511324"/>
                <a:gd name="connsiteX7" fmla="*/ 0 w 3219750"/>
                <a:gd name="connsiteY7" fmla="*/ 2511324 h 2511324"/>
                <a:gd name="connsiteX8" fmla="*/ 42774 w 3219750"/>
                <a:gd name="connsiteY8" fmla="*/ 2355185 h 2511324"/>
                <a:gd name="connsiteX9" fmla="*/ 322566 w 3219750"/>
                <a:gd name="connsiteY9" fmla="*/ 1362255 h 2511324"/>
                <a:gd name="connsiteX10" fmla="*/ 646874 w 3219750"/>
                <a:gd name="connsiteY10" fmla="*/ 318383 h 2511324"/>
                <a:gd name="connsiteX11" fmla="*/ 919798 w 3219750"/>
                <a:gd name="connsiteY11" fmla="*/ 671 h 2511324"/>
                <a:gd name="connsiteX0" fmla="*/ 919798 w 3016550"/>
                <a:gd name="connsiteY0" fmla="*/ 671 h 2511324"/>
                <a:gd name="connsiteX1" fmla="*/ 964787 w 3016550"/>
                <a:gd name="connsiteY1" fmla="*/ 2793 h 2511324"/>
                <a:gd name="connsiteX2" fmla="*/ 1393326 w 3016550"/>
                <a:gd name="connsiteY2" fmla="*/ 451901 h 2511324"/>
                <a:gd name="connsiteX3" fmla="*/ 1166070 w 3016550"/>
                <a:gd name="connsiteY3" fmla="*/ 1410807 h 2511324"/>
                <a:gd name="connsiteX4" fmla="*/ 1421647 w 3016550"/>
                <a:gd name="connsiteY4" fmla="*/ 2114814 h 2511324"/>
                <a:gd name="connsiteX5" fmla="*/ 3016550 w 3016550"/>
                <a:gd name="connsiteY5" fmla="*/ 2473096 h 2511324"/>
                <a:gd name="connsiteX6" fmla="*/ 2907619 w 3016550"/>
                <a:gd name="connsiteY6" fmla="*/ 2511324 h 2511324"/>
                <a:gd name="connsiteX7" fmla="*/ 0 w 3016550"/>
                <a:gd name="connsiteY7" fmla="*/ 2511324 h 2511324"/>
                <a:gd name="connsiteX8" fmla="*/ 42774 w 3016550"/>
                <a:gd name="connsiteY8" fmla="*/ 2355185 h 2511324"/>
                <a:gd name="connsiteX9" fmla="*/ 322566 w 3016550"/>
                <a:gd name="connsiteY9" fmla="*/ 1362255 h 2511324"/>
                <a:gd name="connsiteX10" fmla="*/ 646874 w 3016550"/>
                <a:gd name="connsiteY10" fmla="*/ 318383 h 2511324"/>
                <a:gd name="connsiteX11" fmla="*/ 919798 w 3016550"/>
                <a:gd name="connsiteY11" fmla="*/ 671 h 2511324"/>
                <a:gd name="connsiteX0" fmla="*/ 877024 w 2973776"/>
                <a:gd name="connsiteY0" fmla="*/ 671 h 2511324"/>
                <a:gd name="connsiteX1" fmla="*/ 922013 w 2973776"/>
                <a:gd name="connsiteY1" fmla="*/ 2793 h 2511324"/>
                <a:gd name="connsiteX2" fmla="*/ 1350552 w 2973776"/>
                <a:gd name="connsiteY2" fmla="*/ 451901 h 2511324"/>
                <a:gd name="connsiteX3" fmla="*/ 1123296 w 2973776"/>
                <a:gd name="connsiteY3" fmla="*/ 1410807 h 2511324"/>
                <a:gd name="connsiteX4" fmla="*/ 1378873 w 2973776"/>
                <a:gd name="connsiteY4" fmla="*/ 2114814 h 2511324"/>
                <a:gd name="connsiteX5" fmla="*/ 2973776 w 2973776"/>
                <a:gd name="connsiteY5" fmla="*/ 2473096 h 2511324"/>
                <a:gd name="connsiteX6" fmla="*/ 2864845 w 2973776"/>
                <a:gd name="connsiteY6" fmla="*/ 2511324 h 2511324"/>
                <a:gd name="connsiteX7" fmla="*/ 75155 w 2973776"/>
                <a:gd name="connsiteY7" fmla="*/ 2502253 h 2511324"/>
                <a:gd name="connsiteX8" fmla="*/ 0 w 2973776"/>
                <a:gd name="connsiteY8" fmla="*/ 2355185 h 2511324"/>
                <a:gd name="connsiteX9" fmla="*/ 279792 w 2973776"/>
                <a:gd name="connsiteY9" fmla="*/ 1362255 h 2511324"/>
                <a:gd name="connsiteX10" fmla="*/ 604100 w 2973776"/>
                <a:gd name="connsiteY10" fmla="*/ 318383 h 2511324"/>
                <a:gd name="connsiteX11" fmla="*/ 877024 w 2973776"/>
                <a:gd name="connsiteY11" fmla="*/ 671 h 251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73776" h="2511324">
                  <a:moveTo>
                    <a:pt x="877024" y="671"/>
                  </a:moveTo>
                  <a:cubicBezTo>
                    <a:pt x="891504" y="-684"/>
                    <a:pt x="906462" y="12"/>
                    <a:pt x="922013" y="2793"/>
                  </a:cubicBezTo>
                  <a:cubicBezTo>
                    <a:pt x="1046421" y="25046"/>
                    <a:pt x="1317005" y="217232"/>
                    <a:pt x="1350552" y="451901"/>
                  </a:cubicBezTo>
                  <a:cubicBezTo>
                    <a:pt x="1384099" y="686570"/>
                    <a:pt x="1118576" y="1133655"/>
                    <a:pt x="1123296" y="1410807"/>
                  </a:cubicBezTo>
                  <a:cubicBezTo>
                    <a:pt x="1128015" y="1687959"/>
                    <a:pt x="1289470" y="1975226"/>
                    <a:pt x="1378873" y="2114814"/>
                  </a:cubicBezTo>
                  <a:cubicBezTo>
                    <a:pt x="1642256" y="2456703"/>
                    <a:pt x="2809273" y="2463992"/>
                    <a:pt x="2973776" y="2473096"/>
                  </a:cubicBezTo>
                  <a:lnTo>
                    <a:pt x="2864845" y="2511324"/>
                  </a:lnTo>
                  <a:lnTo>
                    <a:pt x="75155" y="2502253"/>
                  </a:lnTo>
                  <a:lnTo>
                    <a:pt x="0" y="2355185"/>
                  </a:lnTo>
                  <a:cubicBezTo>
                    <a:pt x="92595" y="2018838"/>
                    <a:pt x="202591" y="1627167"/>
                    <a:pt x="279792" y="1362255"/>
                  </a:cubicBezTo>
                  <a:cubicBezTo>
                    <a:pt x="403314" y="938397"/>
                    <a:pt x="497063" y="544960"/>
                    <a:pt x="604100" y="318383"/>
                  </a:cubicBezTo>
                  <a:cubicBezTo>
                    <a:pt x="697757" y="120128"/>
                    <a:pt x="775666" y="10158"/>
                    <a:pt x="877024" y="671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3442185B-7E6B-4FD3-B594-36A883198AE9}"/>
                </a:ext>
              </a:extLst>
            </p:cNvPr>
            <p:cNvSpPr/>
            <p:nvPr/>
          </p:nvSpPr>
          <p:spPr>
            <a:xfrm>
              <a:off x="4454424" y="4366265"/>
              <a:ext cx="1419106" cy="1798329"/>
            </a:xfrm>
            <a:custGeom>
              <a:avLst/>
              <a:gdLst>
                <a:gd name="connsiteX0" fmla="*/ 0 w 1881398"/>
                <a:gd name="connsiteY0" fmla="*/ 2255383 h 2255383"/>
                <a:gd name="connsiteX1" fmla="*/ 315589 w 1881398"/>
                <a:gd name="connsiteY1" fmla="*/ 1264108 h 2255383"/>
                <a:gd name="connsiteX2" fmla="*/ 728283 w 1881398"/>
                <a:gd name="connsiteY2" fmla="*/ 232374 h 2255383"/>
                <a:gd name="connsiteX3" fmla="*/ 1161207 w 1881398"/>
                <a:gd name="connsiteY3" fmla="*/ 30073 h 2255383"/>
                <a:gd name="connsiteX4" fmla="*/ 1408014 w 1881398"/>
                <a:gd name="connsiteY4" fmla="*/ 697666 h 2255383"/>
                <a:gd name="connsiteX5" fmla="*/ 1274496 w 1881398"/>
                <a:gd name="connsiteY5" fmla="*/ 1300522 h 2255383"/>
                <a:gd name="connsiteX6" fmla="*/ 1408014 w 1881398"/>
                <a:gd name="connsiteY6" fmla="*/ 1980253 h 2255383"/>
                <a:gd name="connsiteX7" fmla="*/ 1881398 w 1881398"/>
                <a:gd name="connsiteY7" fmla="*/ 2138048 h 2255383"/>
                <a:gd name="connsiteX0" fmla="*/ 0 w 2059925"/>
                <a:gd name="connsiteY0" fmla="*/ 2255383 h 2396993"/>
                <a:gd name="connsiteX1" fmla="*/ 315589 w 2059925"/>
                <a:gd name="connsiteY1" fmla="*/ 1264108 h 2396993"/>
                <a:gd name="connsiteX2" fmla="*/ 728283 w 2059925"/>
                <a:gd name="connsiteY2" fmla="*/ 232374 h 2396993"/>
                <a:gd name="connsiteX3" fmla="*/ 1161207 w 2059925"/>
                <a:gd name="connsiteY3" fmla="*/ 30073 h 2396993"/>
                <a:gd name="connsiteX4" fmla="*/ 1408014 w 2059925"/>
                <a:gd name="connsiteY4" fmla="*/ 697666 h 2396993"/>
                <a:gd name="connsiteX5" fmla="*/ 1274496 w 2059925"/>
                <a:gd name="connsiteY5" fmla="*/ 1300522 h 2396993"/>
                <a:gd name="connsiteX6" fmla="*/ 1408014 w 2059925"/>
                <a:gd name="connsiteY6" fmla="*/ 1980253 h 2396993"/>
                <a:gd name="connsiteX7" fmla="*/ 2059925 w 2059925"/>
                <a:gd name="connsiteY7" fmla="*/ 2396993 h 2396993"/>
                <a:gd name="connsiteX0" fmla="*/ 0 w 2059925"/>
                <a:gd name="connsiteY0" fmla="*/ 2384407 h 2526017"/>
                <a:gd name="connsiteX1" fmla="*/ 315589 w 2059925"/>
                <a:gd name="connsiteY1" fmla="*/ 1393132 h 2526017"/>
                <a:gd name="connsiteX2" fmla="*/ 728283 w 2059925"/>
                <a:gd name="connsiteY2" fmla="*/ 361398 h 2526017"/>
                <a:gd name="connsiteX3" fmla="*/ 1115431 w 2059925"/>
                <a:gd name="connsiteY3" fmla="*/ 17486 h 2526017"/>
                <a:gd name="connsiteX4" fmla="*/ 1408014 w 2059925"/>
                <a:gd name="connsiteY4" fmla="*/ 826690 h 2526017"/>
                <a:gd name="connsiteX5" fmla="*/ 1274496 w 2059925"/>
                <a:gd name="connsiteY5" fmla="*/ 1429546 h 2526017"/>
                <a:gd name="connsiteX6" fmla="*/ 1408014 w 2059925"/>
                <a:gd name="connsiteY6" fmla="*/ 2109277 h 2526017"/>
                <a:gd name="connsiteX7" fmla="*/ 2059925 w 2059925"/>
                <a:gd name="connsiteY7" fmla="*/ 2526017 h 2526017"/>
                <a:gd name="connsiteX0" fmla="*/ 0 w 2059925"/>
                <a:gd name="connsiteY0" fmla="*/ 2369137 h 2510747"/>
                <a:gd name="connsiteX1" fmla="*/ 315589 w 2059925"/>
                <a:gd name="connsiteY1" fmla="*/ 1377862 h 2510747"/>
                <a:gd name="connsiteX2" fmla="*/ 728283 w 2059925"/>
                <a:gd name="connsiteY2" fmla="*/ 346128 h 2510747"/>
                <a:gd name="connsiteX3" fmla="*/ 1042189 w 2059925"/>
                <a:gd name="connsiteY3" fmla="*/ 18400 h 2510747"/>
                <a:gd name="connsiteX4" fmla="*/ 1408014 w 2059925"/>
                <a:gd name="connsiteY4" fmla="*/ 811420 h 2510747"/>
                <a:gd name="connsiteX5" fmla="*/ 1274496 w 2059925"/>
                <a:gd name="connsiteY5" fmla="*/ 1414276 h 2510747"/>
                <a:gd name="connsiteX6" fmla="*/ 1408014 w 2059925"/>
                <a:gd name="connsiteY6" fmla="*/ 2094007 h 2510747"/>
                <a:gd name="connsiteX7" fmla="*/ 2059925 w 2059925"/>
                <a:gd name="connsiteY7" fmla="*/ 2510747 h 2510747"/>
                <a:gd name="connsiteX0" fmla="*/ 0 w 2059925"/>
                <a:gd name="connsiteY0" fmla="*/ 2350905 h 2492515"/>
                <a:gd name="connsiteX1" fmla="*/ 315589 w 2059925"/>
                <a:gd name="connsiteY1" fmla="*/ 1359630 h 2492515"/>
                <a:gd name="connsiteX2" fmla="*/ 650463 w 2059925"/>
                <a:gd name="connsiteY2" fmla="*/ 728451 h 2492515"/>
                <a:gd name="connsiteX3" fmla="*/ 1042189 w 2059925"/>
                <a:gd name="connsiteY3" fmla="*/ 168 h 2492515"/>
                <a:gd name="connsiteX4" fmla="*/ 1408014 w 2059925"/>
                <a:gd name="connsiteY4" fmla="*/ 793188 h 2492515"/>
                <a:gd name="connsiteX5" fmla="*/ 1274496 w 2059925"/>
                <a:gd name="connsiteY5" fmla="*/ 1396044 h 2492515"/>
                <a:gd name="connsiteX6" fmla="*/ 1408014 w 2059925"/>
                <a:gd name="connsiteY6" fmla="*/ 2075775 h 2492515"/>
                <a:gd name="connsiteX7" fmla="*/ 2059925 w 2059925"/>
                <a:gd name="connsiteY7" fmla="*/ 2492515 h 2492515"/>
                <a:gd name="connsiteX0" fmla="*/ 0 w 2059925"/>
                <a:gd name="connsiteY0" fmla="*/ 2362025 h 2503635"/>
                <a:gd name="connsiteX1" fmla="*/ 315589 w 2059925"/>
                <a:gd name="connsiteY1" fmla="*/ 1370750 h 2503635"/>
                <a:gd name="connsiteX2" fmla="*/ 609264 w 2059925"/>
                <a:gd name="connsiteY2" fmla="*/ 407798 h 2503635"/>
                <a:gd name="connsiteX3" fmla="*/ 1042189 w 2059925"/>
                <a:gd name="connsiteY3" fmla="*/ 11288 h 2503635"/>
                <a:gd name="connsiteX4" fmla="*/ 1408014 w 2059925"/>
                <a:gd name="connsiteY4" fmla="*/ 804308 h 2503635"/>
                <a:gd name="connsiteX5" fmla="*/ 1274496 w 2059925"/>
                <a:gd name="connsiteY5" fmla="*/ 1407164 h 2503635"/>
                <a:gd name="connsiteX6" fmla="*/ 1408014 w 2059925"/>
                <a:gd name="connsiteY6" fmla="*/ 2086895 h 2503635"/>
                <a:gd name="connsiteX7" fmla="*/ 2059925 w 2059925"/>
                <a:gd name="connsiteY7" fmla="*/ 2503635 h 2503635"/>
                <a:gd name="connsiteX0" fmla="*/ 0 w 2059925"/>
                <a:gd name="connsiteY0" fmla="*/ 2370739 h 2512349"/>
                <a:gd name="connsiteX1" fmla="*/ 315589 w 2059925"/>
                <a:gd name="connsiteY1" fmla="*/ 1379464 h 2512349"/>
                <a:gd name="connsiteX2" fmla="*/ 682507 w 2059925"/>
                <a:gd name="connsiteY2" fmla="*/ 335592 h 2512349"/>
                <a:gd name="connsiteX3" fmla="*/ 1042189 w 2059925"/>
                <a:gd name="connsiteY3" fmla="*/ 20002 h 2512349"/>
                <a:gd name="connsiteX4" fmla="*/ 1408014 w 2059925"/>
                <a:gd name="connsiteY4" fmla="*/ 813022 h 2512349"/>
                <a:gd name="connsiteX5" fmla="*/ 1274496 w 2059925"/>
                <a:gd name="connsiteY5" fmla="*/ 1415878 h 2512349"/>
                <a:gd name="connsiteX6" fmla="*/ 1408014 w 2059925"/>
                <a:gd name="connsiteY6" fmla="*/ 2095609 h 2512349"/>
                <a:gd name="connsiteX7" fmla="*/ 2059925 w 2059925"/>
                <a:gd name="connsiteY7" fmla="*/ 2512349 h 2512349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274496 w 2059925"/>
                <a:gd name="connsiteY5" fmla="*/ 1398669 h 2495140"/>
                <a:gd name="connsiteX6" fmla="*/ 1408014 w 2059925"/>
                <a:gd name="connsiteY6" fmla="*/ 2078400 h 2495140"/>
                <a:gd name="connsiteX7" fmla="*/ 2059925 w 2059925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114279 w 2059925"/>
                <a:gd name="connsiteY5" fmla="*/ 1435084 h 2495140"/>
                <a:gd name="connsiteX6" fmla="*/ 1408014 w 2059925"/>
                <a:gd name="connsiteY6" fmla="*/ 2078400 h 2495140"/>
                <a:gd name="connsiteX7" fmla="*/ 2059925 w 2059925"/>
                <a:gd name="connsiteY7" fmla="*/ 2495140 h 2495140"/>
                <a:gd name="connsiteX0" fmla="*/ 0 w 2093259"/>
                <a:gd name="connsiteY0" fmla="*/ 2353530 h 2495140"/>
                <a:gd name="connsiteX1" fmla="*/ 315589 w 2093259"/>
                <a:gd name="connsiteY1" fmla="*/ 1362255 h 2495140"/>
                <a:gd name="connsiteX2" fmla="*/ 682507 w 2093259"/>
                <a:gd name="connsiteY2" fmla="*/ 318383 h 2495140"/>
                <a:gd name="connsiteX3" fmla="*/ 1042189 w 2093259"/>
                <a:gd name="connsiteY3" fmla="*/ 2793 h 2495140"/>
                <a:gd name="connsiteX4" fmla="*/ 1527033 w 2093259"/>
                <a:gd name="connsiteY4" fmla="*/ 451901 h 2495140"/>
                <a:gd name="connsiteX5" fmla="*/ 1114279 w 2093259"/>
                <a:gd name="connsiteY5" fmla="*/ 1435084 h 2495140"/>
                <a:gd name="connsiteX6" fmla="*/ 2071768 w 2093259"/>
                <a:gd name="connsiteY6" fmla="*/ 1961066 h 2495140"/>
                <a:gd name="connsiteX7" fmla="*/ 2059925 w 2093259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114279 w 2059925"/>
                <a:gd name="connsiteY5" fmla="*/ 1435084 h 2495140"/>
                <a:gd name="connsiteX6" fmla="*/ 730529 w 2059925"/>
                <a:gd name="connsiteY6" fmla="*/ 2118860 h 2495140"/>
                <a:gd name="connsiteX7" fmla="*/ 2059925 w 2059925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663592 w 2059925"/>
                <a:gd name="connsiteY5" fmla="*/ 1588832 h 2495140"/>
                <a:gd name="connsiteX6" fmla="*/ 730529 w 2059925"/>
                <a:gd name="connsiteY6" fmla="*/ 2118860 h 2495140"/>
                <a:gd name="connsiteX7" fmla="*/ 2059925 w 2059925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663592 w 2059925"/>
                <a:gd name="connsiteY5" fmla="*/ 1588832 h 2495140"/>
                <a:gd name="connsiteX6" fmla="*/ 1288997 w 2059925"/>
                <a:gd name="connsiteY6" fmla="*/ 2078399 h 2495140"/>
                <a:gd name="connsiteX7" fmla="*/ 2059925 w 2059925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269918 w 2059925"/>
                <a:gd name="connsiteY5" fmla="*/ 1410807 h 2495140"/>
                <a:gd name="connsiteX6" fmla="*/ 1288997 w 2059925"/>
                <a:gd name="connsiteY6" fmla="*/ 2078399 h 2495140"/>
                <a:gd name="connsiteX7" fmla="*/ 2059925 w 2059925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269918 w 2059925"/>
                <a:gd name="connsiteY5" fmla="*/ 1410807 h 2495140"/>
                <a:gd name="connsiteX6" fmla="*/ 1421747 w 2059925"/>
                <a:gd name="connsiteY6" fmla="*/ 2050077 h 2495140"/>
                <a:gd name="connsiteX7" fmla="*/ 2059925 w 2059925"/>
                <a:gd name="connsiteY7" fmla="*/ 2495140 h 2495140"/>
                <a:gd name="connsiteX0" fmla="*/ 0 w 3593425"/>
                <a:gd name="connsiteY0" fmla="*/ 2353530 h 2474910"/>
                <a:gd name="connsiteX1" fmla="*/ 315589 w 3593425"/>
                <a:gd name="connsiteY1" fmla="*/ 1362255 h 2474910"/>
                <a:gd name="connsiteX2" fmla="*/ 682507 w 3593425"/>
                <a:gd name="connsiteY2" fmla="*/ 318383 h 2474910"/>
                <a:gd name="connsiteX3" fmla="*/ 1042189 w 3593425"/>
                <a:gd name="connsiteY3" fmla="*/ 2793 h 2474910"/>
                <a:gd name="connsiteX4" fmla="*/ 1527033 w 3593425"/>
                <a:gd name="connsiteY4" fmla="*/ 451901 h 2474910"/>
                <a:gd name="connsiteX5" fmla="*/ 1269918 w 3593425"/>
                <a:gd name="connsiteY5" fmla="*/ 1410807 h 2474910"/>
                <a:gd name="connsiteX6" fmla="*/ 1421747 w 3593425"/>
                <a:gd name="connsiteY6" fmla="*/ 2050077 h 2474910"/>
                <a:gd name="connsiteX7" fmla="*/ 3593425 w 3593425"/>
                <a:gd name="connsiteY7" fmla="*/ 2474910 h 2474910"/>
                <a:gd name="connsiteX0" fmla="*/ 0 w 3593425"/>
                <a:gd name="connsiteY0" fmla="*/ 2353530 h 2474910"/>
                <a:gd name="connsiteX1" fmla="*/ 315589 w 3593425"/>
                <a:gd name="connsiteY1" fmla="*/ 1362255 h 2474910"/>
                <a:gd name="connsiteX2" fmla="*/ 682507 w 3593425"/>
                <a:gd name="connsiteY2" fmla="*/ 318383 h 2474910"/>
                <a:gd name="connsiteX3" fmla="*/ 1042189 w 3593425"/>
                <a:gd name="connsiteY3" fmla="*/ 2793 h 2474910"/>
                <a:gd name="connsiteX4" fmla="*/ 1527033 w 3593425"/>
                <a:gd name="connsiteY4" fmla="*/ 451901 h 2474910"/>
                <a:gd name="connsiteX5" fmla="*/ 1269918 w 3593425"/>
                <a:gd name="connsiteY5" fmla="*/ 1410807 h 2474910"/>
                <a:gd name="connsiteX6" fmla="*/ 1577385 w 3593425"/>
                <a:gd name="connsiteY6" fmla="*/ 2187642 h 2474910"/>
                <a:gd name="connsiteX7" fmla="*/ 3593425 w 3593425"/>
                <a:gd name="connsiteY7" fmla="*/ 2474910 h 2474910"/>
                <a:gd name="connsiteX0" fmla="*/ 0 w 3593425"/>
                <a:gd name="connsiteY0" fmla="*/ 2353530 h 2474910"/>
                <a:gd name="connsiteX1" fmla="*/ 315589 w 3593425"/>
                <a:gd name="connsiteY1" fmla="*/ 1362255 h 2474910"/>
                <a:gd name="connsiteX2" fmla="*/ 682507 w 3593425"/>
                <a:gd name="connsiteY2" fmla="*/ 318383 h 2474910"/>
                <a:gd name="connsiteX3" fmla="*/ 1042189 w 3593425"/>
                <a:gd name="connsiteY3" fmla="*/ 2793 h 2474910"/>
                <a:gd name="connsiteX4" fmla="*/ 1527033 w 3593425"/>
                <a:gd name="connsiteY4" fmla="*/ 451901 h 2474910"/>
                <a:gd name="connsiteX5" fmla="*/ 1269918 w 3593425"/>
                <a:gd name="connsiteY5" fmla="*/ 1410807 h 2474910"/>
                <a:gd name="connsiteX6" fmla="*/ 1559075 w 3593425"/>
                <a:gd name="connsiteY6" fmla="*/ 2114814 h 2474910"/>
                <a:gd name="connsiteX7" fmla="*/ 3593425 w 3593425"/>
                <a:gd name="connsiteY7" fmla="*/ 2474910 h 2474910"/>
                <a:gd name="connsiteX0" fmla="*/ 0 w 3593425"/>
                <a:gd name="connsiteY0" fmla="*/ 2353530 h 2474910"/>
                <a:gd name="connsiteX1" fmla="*/ 315589 w 3593425"/>
                <a:gd name="connsiteY1" fmla="*/ 1362255 h 2474910"/>
                <a:gd name="connsiteX2" fmla="*/ 682507 w 3593425"/>
                <a:gd name="connsiteY2" fmla="*/ 318383 h 2474910"/>
                <a:gd name="connsiteX3" fmla="*/ 1042189 w 3593425"/>
                <a:gd name="connsiteY3" fmla="*/ 2793 h 2474910"/>
                <a:gd name="connsiteX4" fmla="*/ 1527033 w 3593425"/>
                <a:gd name="connsiteY4" fmla="*/ 451901 h 2474910"/>
                <a:gd name="connsiteX5" fmla="*/ 1269918 w 3593425"/>
                <a:gd name="connsiteY5" fmla="*/ 1410807 h 2474910"/>
                <a:gd name="connsiteX6" fmla="*/ 1559075 w 3593425"/>
                <a:gd name="connsiteY6" fmla="*/ 2114814 h 2474910"/>
                <a:gd name="connsiteX7" fmla="*/ 3593425 w 3593425"/>
                <a:gd name="connsiteY7" fmla="*/ 2474910 h 2474910"/>
                <a:gd name="connsiteX0" fmla="*/ 0 w 3419475"/>
                <a:gd name="connsiteY0" fmla="*/ 2086493 h 2474910"/>
                <a:gd name="connsiteX1" fmla="*/ 141639 w 3419475"/>
                <a:gd name="connsiteY1" fmla="*/ 1362255 h 2474910"/>
                <a:gd name="connsiteX2" fmla="*/ 508557 w 3419475"/>
                <a:gd name="connsiteY2" fmla="*/ 318383 h 2474910"/>
                <a:gd name="connsiteX3" fmla="*/ 868239 w 3419475"/>
                <a:gd name="connsiteY3" fmla="*/ 2793 h 2474910"/>
                <a:gd name="connsiteX4" fmla="*/ 1353083 w 3419475"/>
                <a:gd name="connsiteY4" fmla="*/ 451901 h 2474910"/>
                <a:gd name="connsiteX5" fmla="*/ 1095968 w 3419475"/>
                <a:gd name="connsiteY5" fmla="*/ 1410807 h 2474910"/>
                <a:gd name="connsiteX6" fmla="*/ 1385125 w 3419475"/>
                <a:gd name="connsiteY6" fmla="*/ 2114814 h 2474910"/>
                <a:gd name="connsiteX7" fmla="*/ 3419475 w 3419475"/>
                <a:gd name="connsiteY7" fmla="*/ 2474910 h 2474910"/>
                <a:gd name="connsiteX0" fmla="*/ 0 w 3419475"/>
                <a:gd name="connsiteY0" fmla="*/ 2116910 h 2505327"/>
                <a:gd name="connsiteX1" fmla="*/ 141639 w 3419475"/>
                <a:gd name="connsiteY1" fmla="*/ 1392672 h 2505327"/>
                <a:gd name="connsiteX2" fmla="*/ 508557 w 3419475"/>
                <a:gd name="connsiteY2" fmla="*/ 348800 h 2505327"/>
                <a:gd name="connsiteX3" fmla="*/ 868239 w 3419475"/>
                <a:gd name="connsiteY3" fmla="*/ 33210 h 2505327"/>
                <a:gd name="connsiteX4" fmla="*/ 767149 w 3419475"/>
                <a:gd name="connsiteY4" fmla="*/ 1040668 h 2505327"/>
                <a:gd name="connsiteX5" fmla="*/ 1095968 w 3419475"/>
                <a:gd name="connsiteY5" fmla="*/ 1441224 h 2505327"/>
                <a:gd name="connsiteX6" fmla="*/ 1385125 w 3419475"/>
                <a:gd name="connsiteY6" fmla="*/ 2145231 h 2505327"/>
                <a:gd name="connsiteX7" fmla="*/ 3419475 w 3419475"/>
                <a:gd name="connsiteY7" fmla="*/ 2505327 h 2505327"/>
                <a:gd name="connsiteX0" fmla="*/ 0 w 3419475"/>
                <a:gd name="connsiteY0" fmla="*/ 2116910 h 2505327"/>
                <a:gd name="connsiteX1" fmla="*/ 141639 w 3419475"/>
                <a:gd name="connsiteY1" fmla="*/ 1392672 h 2505327"/>
                <a:gd name="connsiteX2" fmla="*/ 508557 w 3419475"/>
                <a:gd name="connsiteY2" fmla="*/ 348800 h 2505327"/>
                <a:gd name="connsiteX3" fmla="*/ 868239 w 3419475"/>
                <a:gd name="connsiteY3" fmla="*/ 33210 h 2505327"/>
                <a:gd name="connsiteX4" fmla="*/ 767149 w 3419475"/>
                <a:gd name="connsiteY4" fmla="*/ 1040668 h 2505327"/>
                <a:gd name="connsiteX5" fmla="*/ 807578 w 3419475"/>
                <a:gd name="connsiteY5" fmla="*/ 1728491 h 2505327"/>
                <a:gd name="connsiteX6" fmla="*/ 1385125 w 3419475"/>
                <a:gd name="connsiteY6" fmla="*/ 2145231 h 2505327"/>
                <a:gd name="connsiteX7" fmla="*/ 3419475 w 3419475"/>
                <a:gd name="connsiteY7" fmla="*/ 2505327 h 2505327"/>
                <a:gd name="connsiteX0" fmla="*/ 0 w 3419475"/>
                <a:gd name="connsiteY0" fmla="*/ 2116910 h 2505327"/>
                <a:gd name="connsiteX1" fmla="*/ 141639 w 3419475"/>
                <a:gd name="connsiteY1" fmla="*/ 1392672 h 2505327"/>
                <a:gd name="connsiteX2" fmla="*/ 508557 w 3419475"/>
                <a:gd name="connsiteY2" fmla="*/ 348800 h 2505327"/>
                <a:gd name="connsiteX3" fmla="*/ 868239 w 3419475"/>
                <a:gd name="connsiteY3" fmla="*/ 33210 h 2505327"/>
                <a:gd name="connsiteX4" fmla="*/ 767149 w 3419475"/>
                <a:gd name="connsiteY4" fmla="*/ 1040668 h 2505327"/>
                <a:gd name="connsiteX5" fmla="*/ 807578 w 3419475"/>
                <a:gd name="connsiteY5" fmla="*/ 1728491 h 2505327"/>
                <a:gd name="connsiteX6" fmla="*/ 1256953 w 3419475"/>
                <a:gd name="connsiteY6" fmla="*/ 1979344 h 2505327"/>
                <a:gd name="connsiteX7" fmla="*/ 3419475 w 3419475"/>
                <a:gd name="connsiteY7" fmla="*/ 2505327 h 2505327"/>
                <a:gd name="connsiteX0" fmla="*/ 0 w 1876820"/>
                <a:gd name="connsiteY0" fmla="*/ 2116910 h 2169404"/>
                <a:gd name="connsiteX1" fmla="*/ 141639 w 1876820"/>
                <a:gd name="connsiteY1" fmla="*/ 1392672 h 2169404"/>
                <a:gd name="connsiteX2" fmla="*/ 508557 w 1876820"/>
                <a:gd name="connsiteY2" fmla="*/ 348800 h 2169404"/>
                <a:gd name="connsiteX3" fmla="*/ 868239 w 1876820"/>
                <a:gd name="connsiteY3" fmla="*/ 33210 h 2169404"/>
                <a:gd name="connsiteX4" fmla="*/ 767149 w 1876820"/>
                <a:gd name="connsiteY4" fmla="*/ 1040668 h 2169404"/>
                <a:gd name="connsiteX5" fmla="*/ 807578 w 1876820"/>
                <a:gd name="connsiteY5" fmla="*/ 1728491 h 2169404"/>
                <a:gd name="connsiteX6" fmla="*/ 1256953 w 1876820"/>
                <a:gd name="connsiteY6" fmla="*/ 1979344 h 2169404"/>
                <a:gd name="connsiteX7" fmla="*/ 1876820 w 1876820"/>
                <a:gd name="connsiteY7" fmla="*/ 2104771 h 2169404"/>
                <a:gd name="connsiteX0" fmla="*/ 0 w 1876820"/>
                <a:gd name="connsiteY0" fmla="*/ 2116910 h 2124206"/>
                <a:gd name="connsiteX1" fmla="*/ 141639 w 1876820"/>
                <a:gd name="connsiteY1" fmla="*/ 1392672 h 2124206"/>
                <a:gd name="connsiteX2" fmla="*/ 508557 w 1876820"/>
                <a:gd name="connsiteY2" fmla="*/ 348800 h 2124206"/>
                <a:gd name="connsiteX3" fmla="*/ 868239 w 1876820"/>
                <a:gd name="connsiteY3" fmla="*/ 33210 h 2124206"/>
                <a:gd name="connsiteX4" fmla="*/ 767149 w 1876820"/>
                <a:gd name="connsiteY4" fmla="*/ 1040668 h 2124206"/>
                <a:gd name="connsiteX5" fmla="*/ 807578 w 1876820"/>
                <a:gd name="connsiteY5" fmla="*/ 1728491 h 2124206"/>
                <a:gd name="connsiteX6" fmla="*/ 1142514 w 1876820"/>
                <a:gd name="connsiteY6" fmla="*/ 1890331 h 2124206"/>
                <a:gd name="connsiteX7" fmla="*/ 1876820 w 1876820"/>
                <a:gd name="connsiteY7" fmla="*/ 2104771 h 2124206"/>
                <a:gd name="connsiteX0" fmla="*/ 0 w 1876820"/>
                <a:gd name="connsiteY0" fmla="*/ 2116910 h 2116910"/>
                <a:gd name="connsiteX1" fmla="*/ 141639 w 1876820"/>
                <a:gd name="connsiteY1" fmla="*/ 1392672 h 2116910"/>
                <a:gd name="connsiteX2" fmla="*/ 508557 w 1876820"/>
                <a:gd name="connsiteY2" fmla="*/ 348800 h 2116910"/>
                <a:gd name="connsiteX3" fmla="*/ 868239 w 1876820"/>
                <a:gd name="connsiteY3" fmla="*/ 33210 h 2116910"/>
                <a:gd name="connsiteX4" fmla="*/ 767149 w 1876820"/>
                <a:gd name="connsiteY4" fmla="*/ 1040668 h 2116910"/>
                <a:gd name="connsiteX5" fmla="*/ 807578 w 1876820"/>
                <a:gd name="connsiteY5" fmla="*/ 1728491 h 2116910"/>
                <a:gd name="connsiteX6" fmla="*/ 1142514 w 1876820"/>
                <a:gd name="connsiteY6" fmla="*/ 1890331 h 2116910"/>
                <a:gd name="connsiteX7" fmla="*/ 1876820 w 1876820"/>
                <a:gd name="connsiteY7" fmla="*/ 2104771 h 2116910"/>
                <a:gd name="connsiteX0" fmla="*/ 0 w 1821889"/>
                <a:gd name="connsiteY0" fmla="*/ 2116910 h 2120955"/>
                <a:gd name="connsiteX1" fmla="*/ 141639 w 1821889"/>
                <a:gd name="connsiteY1" fmla="*/ 1392672 h 2120955"/>
                <a:gd name="connsiteX2" fmla="*/ 508557 w 1821889"/>
                <a:gd name="connsiteY2" fmla="*/ 348800 h 2120955"/>
                <a:gd name="connsiteX3" fmla="*/ 868239 w 1821889"/>
                <a:gd name="connsiteY3" fmla="*/ 33210 h 2120955"/>
                <a:gd name="connsiteX4" fmla="*/ 767149 w 1821889"/>
                <a:gd name="connsiteY4" fmla="*/ 1040668 h 2120955"/>
                <a:gd name="connsiteX5" fmla="*/ 807578 w 1821889"/>
                <a:gd name="connsiteY5" fmla="*/ 1728491 h 2120955"/>
                <a:gd name="connsiteX6" fmla="*/ 1142514 w 1821889"/>
                <a:gd name="connsiteY6" fmla="*/ 1890331 h 2120955"/>
                <a:gd name="connsiteX7" fmla="*/ 1821889 w 1821889"/>
                <a:gd name="connsiteY7" fmla="*/ 2120955 h 2120955"/>
                <a:gd name="connsiteX0" fmla="*/ 0 w 1821889"/>
                <a:gd name="connsiteY0" fmla="*/ 2116910 h 2120955"/>
                <a:gd name="connsiteX1" fmla="*/ 141639 w 1821889"/>
                <a:gd name="connsiteY1" fmla="*/ 1392672 h 2120955"/>
                <a:gd name="connsiteX2" fmla="*/ 508557 w 1821889"/>
                <a:gd name="connsiteY2" fmla="*/ 348800 h 2120955"/>
                <a:gd name="connsiteX3" fmla="*/ 868239 w 1821889"/>
                <a:gd name="connsiteY3" fmla="*/ 33210 h 2120955"/>
                <a:gd name="connsiteX4" fmla="*/ 767149 w 1821889"/>
                <a:gd name="connsiteY4" fmla="*/ 1040668 h 2120955"/>
                <a:gd name="connsiteX5" fmla="*/ 807578 w 1821889"/>
                <a:gd name="connsiteY5" fmla="*/ 1728491 h 2120955"/>
                <a:gd name="connsiteX6" fmla="*/ 1142514 w 1821889"/>
                <a:gd name="connsiteY6" fmla="*/ 1890331 h 2120955"/>
                <a:gd name="connsiteX7" fmla="*/ 1821889 w 1821889"/>
                <a:gd name="connsiteY7" fmla="*/ 2120955 h 2120955"/>
                <a:gd name="connsiteX0" fmla="*/ 0 w 1821889"/>
                <a:gd name="connsiteY0" fmla="*/ 2116910 h 2120955"/>
                <a:gd name="connsiteX1" fmla="*/ 141639 w 1821889"/>
                <a:gd name="connsiteY1" fmla="*/ 1392672 h 2120955"/>
                <a:gd name="connsiteX2" fmla="*/ 508557 w 1821889"/>
                <a:gd name="connsiteY2" fmla="*/ 348800 h 2120955"/>
                <a:gd name="connsiteX3" fmla="*/ 868239 w 1821889"/>
                <a:gd name="connsiteY3" fmla="*/ 33210 h 2120955"/>
                <a:gd name="connsiteX4" fmla="*/ 767149 w 1821889"/>
                <a:gd name="connsiteY4" fmla="*/ 1040668 h 2120955"/>
                <a:gd name="connsiteX5" fmla="*/ 807578 w 1821889"/>
                <a:gd name="connsiteY5" fmla="*/ 1728491 h 2120955"/>
                <a:gd name="connsiteX6" fmla="*/ 1142514 w 1821889"/>
                <a:gd name="connsiteY6" fmla="*/ 1890331 h 2120955"/>
                <a:gd name="connsiteX7" fmla="*/ 1821889 w 1821889"/>
                <a:gd name="connsiteY7" fmla="*/ 2120955 h 2120955"/>
                <a:gd name="connsiteX0" fmla="*/ 0 w 1821889"/>
                <a:gd name="connsiteY0" fmla="*/ 2116910 h 2120955"/>
                <a:gd name="connsiteX1" fmla="*/ 141639 w 1821889"/>
                <a:gd name="connsiteY1" fmla="*/ 1392672 h 2120955"/>
                <a:gd name="connsiteX2" fmla="*/ 508557 w 1821889"/>
                <a:gd name="connsiteY2" fmla="*/ 348800 h 2120955"/>
                <a:gd name="connsiteX3" fmla="*/ 868239 w 1821889"/>
                <a:gd name="connsiteY3" fmla="*/ 33210 h 2120955"/>
                <a:gd name="connsiteX4" fmla="*/ 767149 w 1821889"/>
                <a:gd name="connsiteY4" fmla="*/ 1040668 h 2120955"/>
                <a:gd name="connsiteX5" fmla="*/ 807578 w 1821889"/>
                <a:gd name="connsiteY5" fmla="*/ 1728491 h 2120955"/>
                <a:gd name="connsiteX6" fmla="*/ 1821889 w 1821889"/>
                <a:gd name="connsiteY6" fmla="*/ 2120955 h 2120955"/>
                <a:gd name="connsiteX0" fmla="*/ 0 w 1835622"/>
                <a:gd name="connsiteY0" fmla="*/ 2116910 h 2137139"/>
                <a:gd name="connsiteX1" fmla="*/ 141639 w 1835622"/>
                <a:gd name="connsiteY1" fmla="*/ 1392672 h 2137139"/>
                <a:gd name="connsiteX2" fmla="*/ 508557 w 1835622"/>
                <a:gd name="connsiteY2" fmla="*/ 348800 h 2137139"/>
                <a:gd name="connsiteX3" fmla="*/ 868239 w 1835622"/>
                <a:gd name="connsiteY3" fmla="*/ 33210 h 2137139"/>
                <a:gd name="connsiteX4" fmla="*/ 767149 w 1835622"/>
                <a:gd name="connsiteY4" fmla="*/ 1040668 h 2137139"/>
                <a:gd name="connsiteX5" fmla="*/ 807578 w 1835622"/>
                <a:gd name="connsiteY5" fmla="*/ 1728491 h 2137139"/>
                <a:gd name="connsiteX6" fmla="*/ 1835622 w 1835622"/>
                <a:gd name="connsiteY6" fmla="*/ 2137139 h 2137139"/>
                <a:gd name="connsiteX0" fmla="*/ 0 w 1835622"/>
                <a:gd name="connsiteY0" fmla="*/ 2117168 h 2137397"/>
                <a:gd name="connsiteX1" fmla="*/ 141639 w 1835622"/>
                <a:gd name="connsiteY1" fmla="*/ 1392930 h 2137397"/>
                <a:gd name="connsiteX2" fmla="*/ 508557 w 1835622"/>
                <a:gd name="connsiteY2" fmla="*/ 349058 h 2137397"/>
                <a:gd name="connsiteX3" fmla="*/ 868239 w 1835622"/>
                <a:gd name="connsiteY3" fmla="*/ 33468 h 2137397"/>
                <a:gd name="connsiteX4" fmla="*/ 588622 w 1835622"/>
                <a:gd name="connsiteY4" fmla="*/ 1044972 h 2137397"/>
                <a:gd name="connsiteX5" fmla="*/ 807578 w 1835622"/>
                <a:gd name="connsiteY5" fmla="*/ 1728749 h 2137397"/>
                <a:gd name="connsiteX6" fmla="*/ 1835622 w 1835622"/>
                <a:gd name="connsiteY6" fmla="*/ 2137397 h 2137397"/>
                <a:gd name="connsiteX0" fmla="*/ 0 w 1835622"/>
                <a:gd name="connsiteY0" fmla="*/ 2055581 h 2075810"/>
                <a:gd name="connsiteX1" fmla="*/ 141639 w 1835622"/>
                <a:gd name="connsiteY1" fmla="*/ 1331343 h 2075810"/>
                <a:gd name="connsiteX2" fmla="*/ 508557 w 1835622"/>
                <a:gd name="connsiteY2" fmla="*/ 287471 h 2075810"/>
                <a:gd name="connsiteX3" fmla="*/ 941481 w 1835622"/>
                <a:gd name="connsiteY3" fmla="*/ 40663 h 2075810"/>
                <a:gd name="connsiteX4" fmla="*/ 588622 w 1835622"/>
                <a:gd name="connsiteY4" fmla="*/ 983385 h 2075810"/>
                <a:gd name="connsiteX5" fmla="*/ 807578 w 1835622"/>
                <a:gd name="connsiteY5" fmla="*/ 1667162 h 2075810"/>
                <a:gd name="connsiteX6" fmla="*/ 1835622 w 1835622"/>
                <a:gd name="connsiteY6" fmla="*/ 2075810 h 2075810"/>
                <a:gd name="connsiteX0" fmla="*/ 0 w 1835622"/>
                <a:gd name="connsiteY0" fmla="*/ 2055581 h 2075810"/>
                <a:gd name="connsiteX1" fmla="*/ 141639 w 1835622"/>
                <a:gd name="connsiteY1" fmla="*/ 1331343 h 2075810"/>
                <a:gd name="connsiteX2" fmla="*/ 508557 w 1835622"/>
                <a:gd name="connsiteY2" fmla="*/ 287471 h 2075810"/>
                <a:gd name="connsiteX3" fmla="*/ 941481 w 1835622"/>
                <a:gd name="connsiteY3" fmla="*/ 40663 h 2075810"/>
                <a:gd name="connsiteX4" fmla="*/ 588622 w 1835622"/>
                <a:gd name="connsiteY4" fmla="*/ 983385 h 2075810"/>
                <a:gd name="connsiteX5" fmla="*/ 922019 w 1835622"/>
                <a:gd name="connsiteY5" fmla="*/ 1885647 h 2075810"/>
                <a:gd name="connsiteX6" fmla="*/ 1835622 w 1835622"/>
                <a:gd name="connsiteY6" fmla="*/ 2075810 h 2075810"/>
                <a:gd name="connsiteX0" fmla="*/ 0 w 1826871"/>
                <a:gd name="connsiteY0" fmla="*/ 2030695 h 2075810"/>
                <a:gd name="connsiteX1" fmla="*/ 132888 w 1826871"/>
                <a:gd name="connsiteY1" fmla="*/ 1331343 h 2075810"/>
                <a:gd name="connsiteX2" fmla="*/ 499806 w 1826871"/>
                <a:gd name="connsiteY2" fmla="*/ 287471 h 2075810"/>
                <a:gd name="connsiteX3" fmla="*/ 932730 w 1826871"/>
                <a:gd name="connsiteY3" fmla="*/ 40663 h 2075810"/>
                <a:gd name="connsiteX4" fmla="*/ 579871 w 1826871"/>
                <a:gd name="connsiteY4" fmla="*/ 983385 h 2075810"/>
                <a:gd name="connsiteX5" fmla="*/ 913268 w 1826871"/>
                <a:gd name="connsiteY5" fmla="*/ 1885647 h 2075810"/>
                <a:gd name="connsiteX6" fmla="*/ 1826871 w 1826871"/>
                <a:gd name="connsiteY6" fmla="*/ 2075810 h 2075810"/>
                <a:gd name="connsiteX0" fmla="*/ 0 w 1825121"/>
                <a:gd name="connsiteY0" fmla="*/ 2030695 h 2055589"/>
                <a:gd name="connsiteX1" fmla="*/ 132888 w 1825121"/>
                <a:gd name="connsiteY1" fmla="*/ 1331343 h 2055589"/>
                <a:gd name="connsiteX2" fmla="*/ 499806 w 1825121"/>
                <a:gd name="connsiteY2" fmla="*/ 287471 h 2055589"/>
                <a:gd name="connsiteX3" fmla="*/ 932730 w 1825121"/>
                <a:gd name="connsiteY3" fmla="*/ 40663 h 2055589"/>
                <a:gd name="connsiteX4" fmla="*/ 579871 w 1825121"/>
                <a:gd name="connsiteY4" fmla="*/ 983385 h 2055589"/>
                <a:gd name="connsiteX5" fmla="*/ 913268 w 1825121"/>
                <a:gd name="connsiteY5" fmla="*/ 1885647 h 2055589"/>
                <a:gd name="connsiteX6" fmla="*/ 1825121 w 1825121"/>
                <a:gd name="connsiteY6" fmla="*/ 2055589 h 2055589"/>
                <a:gd name="connsiteX0" fmla="*/ 0 w 1825121"/>
                <a:gd name="connsiteY0" fmla="*/ 2030695 h 2055589"/>
                <a:gd name="connsiteX1" fmla="*/ 132888 w 1825121"/>
                <a:gd name="connsiteY1" fmla="*/ 1331343 h 2055589"/>
                <a:gd name="connsiteX2" fmla="*/ 499806 w 1825121"/>
                <a:gd name="connsiteY2" fmla="*/ 287471 h 2055589"/>
                <a:gd name="connsiteX3" fmla="*/ 932730 w 1825121"/>
                <a:gd name="connsiteY3" fmla="*/ 40663 h 2055589"/>
                <a:gd name="connsiteX4" fmla="*/ 579871 w 1825121"/>
                <a:gd name="connsiteY4" fmla="*/ 983385 h 2055589"/>
                <a:gd name="connsiteX5" fmla="*/ 913268 w 1825121"/>
                <a:gd name="connsiteY5" fmla="*/ 1885647 h 2055589"/>
                <a:gd name="connsiteX6" fmla="*/ 1825121 w 1825121"/>
                <a:gd name="connsiteY6" fmla="*/ 2055589 h 205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5121" h="2055589">
                  <a:moveTo>
                    <a:pt x="0" y="2030695"/>
                  </a:moveTo>
                  <a:cubicBezTo>
                    <a:pt x="97104" y="1703641"/>
                    <a:pt x="49587" y="1621880"/>
                    <a:pt x="132888" y="1331343"/>
                  </a:cubicBezTo>
                  <a:cubicBezTo>
                    <a:pt x="216189" y="1040806"/>
                    <a:pt x="366499" y="502584"/>
                    <a:pt x="499806" y="287471"/>
                  </a:cubicBezTo>
                  <a:cubicBezTo>
                    <a:pt x="633113" y="72358"/>
                    <a:pt x="919386" y="-75322"/>
                    <a:pt x="932730" y="40663"/>
                  </a:cubicBezTo>
                  <a:cubicBezTo>
                    <a:pt x="946074" y="156648"/>
                    <a:pt x="583115" y="675888"/>
                    <a:pt x="579871" y="983385"/>
                  </a:cubicBezTo>
                  <a:cubicBezTo>
                    <a:pt x="576627" y="1290882"/>
                    <a:pt x="705726" y="1706946"/>
                    <a:pt x="913268" y="1885647"/>
                  </a:cubicBezTo>
                  <a:cubicBezTo>
                    <a:pt x="1120810" y="2064348"/>
                    <a:pt x="1585805" y="2001823"/>
                    <a:pt x="1825121" y="2055589"/>
                  </a:cubicBezTo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A2D48384-CAFC-4179-B28C-6416A2E30B35}"/>
                </a:ext>
              </a:extLst>
            </p:cNvPr>
            <p:cNvSpPr/>
            <p:nvPr/>
          </p:nvSpPr>
          <p:spPr>
            <a:xfrm>
              <a:off x="3204521" y="1531630"/>
              <a:ext cx="1286444" cy="1341655"/>
            </a:xfrm>
            <a:custGeom>
              <a:avLst/>
              <a:gdLst>
                <a:gd name="connsiteX0" fmla="*/ 0 w 1436963"/>
                <a:gd name="connsiteY0" fmla="*/ 2121909 h 2121909"/>
                <a:gd name="connsiteX1" fmla="*/ 1399923 w 1436963"/>
                <a:gd name="connsiteY1" fmla="*/ 183866 h 2121909"/>
                <a:gd name="connsiteX2" fmla="*/ 894170 w 1436963"/>
                <a:gd name="connsiteY2" fmla="*/ 191958 h 2121909"/>
                <a:gd name="connsiteX0" fmla="*/ 0 w 1545100"/>
                <a:gd name="connsiteY0" fmla="*/ 2121909 h 2121909"/>
                <a:gd name="connsiteX1" fmla="*/ 1515357 w 1545100"/>
                <a:gd name="connsiteY1" fmla="*/ 183866 h 2121909"/>
                <a:gd name="connsiteX2" fmla="*/ 894170 w 1545100"/>
                <a:gd name="connsiteY2" fmla="*/ 191958 h 2121909"/>
                <a:gd name="connsiteX0" fmla="*/ 0 w 1544305"/>
                <a:gd name="connsiteY0" fmla="*/ 2178300 h 2178300"/>
                <a:gd name="connsiteX1" fmla="*/ 1515357 w 1544305"/>
                <a:gd name="connsiteY1" fmla="*/ 240257 h 2178300"/>
                <a:gd name="connsiteX2" fmla="*/ 878248 w 1544305"/>
                <a:gd name="connsiteY2" fmla="*/ 126588 h 2178300"/>
                <a:gd name="connsiteX0" fmla="*/ 0 w 1548229"/>
                <a:gd name="connsiteY0" fmla="*/ 2159502 h 2159502"/>
                <a:gd name="connsiteX1" fmla="*/ 1515357 w 1548229"/>
                <a:gd name="connsiteY1" fmla="*/ 221459 h 2159502"/>
                <a:gd name="connsiteX2" fmla="*/ 878248 w 1548229"/>
                <a:gd name="connsiteY2" fmla="*/ 107790 h 2159502"/>
                <a:gd name="connsiteX0" fmla="*/ 0 w 1265614"/>
                <a:gd name="connsiteY0" fmla="*/ 1441986 h 1441986"/>
                <a:gd name="connsiteX1" fmla="*/ 1232742 w 1265614"/>
                <a:gd name="connsiteY1" fmla="*/ 221459 h 1441986"/>
                <a:gd name="connsiteX2" fmla="*/ 595633 w 1265614"/>
                <a:gd name="connsiteY2" fmla="*/ 107790 h 1441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5614" h="1441986">
                  <a:moveTo>
                    <a:pt x="0" y="1441986"/>
                  </a:moveTo>
                  <a:cubicBezTo>
                    <a:pt x="625447" y="633793"/>
                    <a:pt x="1083714" y="543117"/>
                    <a:pt x="1232742" y="221459"/>
                  </a:cubicBezTo>
                  <a:cubicBezTo>
                    <a:pt x="1381770" y="-100200"/>
                    <a:pt x="998652" y="-9252"/>
                    <a:pt x="595633" y="107790"/>
                  </a:cubicBezTo>
                </a:path>
              </a:pathLst>
            </a:custGeom>
            <a:solidFill>
              <a:srgbClr val="1D7F9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492ABFBF-4E02-4FD2-B7BB-0ADB5AEF4283}"/>
                </a:ext>
              </a:extLst>
            </p:cNvPr>
            <p:cNvSpPr/>
            <p:nvPr/>
          </p:nvSpPr>
          <p:spPr>
            <a:xfrm>
              <a:off x="5866799" y="801726"/>
              <a:ext cx="2682408" cy="3052168"/>
            </a:xfrm>
            <a:custGeom>
              <a:avLst/>
              <a:gdLst>
                <a:gd name="connsiteX0" fmla="*/ 0 w 2723613"/>
                <a:gd name="connsiteY0" fmla="*/ 8092 h 3144168"/>
                <a:gd name="connsiteX1" fmla="*/ 295360 w 2723613"/>
                <a:gd name="connsiteY1" fmla="*/ 578580 h 3144168"/>
                <a:gd name="connsiteX2" fmla="*/ 1189530 w 2723613"/>
                <a:gd name="connsiteY2" fmla="*/ 497660 h 3144168"/>
                <a:gd name="connsiteX3" fmla="*/ 2051331 w 2723613"/>
                <a:gd name="connsiteY3" fmla="*/ 1978502 h 3144168"/>
                <a:gd name="connsiteX4" fmla="*/ 1492981 w 2723613"/>
                <a:gd name="connsiteY4" fmla="*/ 2589451 h 3144168"/>
                <a:gd name="connsiteX5" fmla="*/ 2722970 w 2723613"/>
                <a:gd name="connsiteY5" fmla="*/ 3002145 h 3144168"/>
                <a:gd name="connsiteX6" fmla="*/ 1302818 w 2723613"/>
                <a:gd name="connsiteY6" fmla="*/ 0 h 3144168"/>
                <a:gd name="connsiteX0" fmla="*/ 0 w 2723466"/>
                <a:gd name="connsiteY0" fmla="*/ 8092 h 3141857"/>
                <a:gd name="connsiteX1" fmla="*/ 295360 w 2723466"/>
                <a:gd name="connsiteY1" fmla="*/ 578580 h 3141857"/>
                <a:gd name="connsiteX2" fmla="*/ 1189530 w 2723466"/>
                <a:gd name="connsiteY2" fmla="*/ 497660 h 3141857"/>
                <a:gd name="connsiteX3" fmla="*/ 2051331 w 2723466"/>
                <a:gd name="connsiteY3" fmla="*/ 1978502 h 3141857"/>
                <a:gd name="connsiteX4" fmla="*/ 1147907 w 2723466"/>
                <a:gd name="connsiteY4" fmla="*/ 2572727 h 3141857"/>
                <a:gd name="connsiteX5" fmla="*/ 2722970 w 2723466"/>
                <a:gd name="connsiteY5" fmla="*/ 3002145 h 3141857"/>
                <a:gd name="connsiteX6" fmla="*/ 1302818 w 2723466"/>
                <a:gd name="connsiteY6" fmla="*/ 0 h 3141857"/>
                <a:gd name="connsiteX0" fmla="*/ 0 w 2723558"/>
                <a:gd name="connsiteY0" fmla="*/ 8092 h 3190522"/>
                <a:gd name="connsiteX1" fmla="*/ 295360 w 2723558"/>
                <a:gd name="connsiteY1" fmla="*/ 578580 h 3190522"/>
                <a:gd name="connsiteX2" fmla="*/ 1189530 w 2723558"/>
                <a:gd name="connsiteY2" fmla="*/ 497660 h 3190522"/>
                <a:gd name="connsiteX3" fmla="*/ 2051331 w 2723558"/>
                <a:gd name="connsiteY3" fmla="*/ 1978502 h 3190522"/>
                <a:gd name="connsiteX4" fmla="*/ 1147907 w 2723558"/>
                <a:gd name="connsiteY4" fmla="*/ 2572727 h 3190522"/>
                <a:gd name="connsiteX5" fmla="*/ 2722970 w 2723558"/>
                <a:gd name="connsiteY5" fmla="*/ 3002145 h 3190522"/>
                <a:gd name="connsiteX6" fmla="*/ 1302818 w 2723558"/>
                <a:gd name="connsiteY6" fmla="*/ 0 h 3190522"/>
                <a:gd name="connsiteX0" fmla="*/ 0 w 2723510"/>
                <a:gd name="connsiteY0" fmla="*/ 8092 h 3154050"/>
                <a:gd name="connsiteX1" fmla="*/ 295360 w 2723510"/>
                <a:gd name="connsiteY1" fmla="*/ 578580 h 3154050"/>
                <a:gd name="connsiteX2" fmla="*/ 1189530 w 2723510"/>
                <a:gd name="connsiteY2" fmla="*/ 497660 h 3154050"/>
                <a:gd name="connsiteX3" fmla="*/ 2051331 w 2723510"/>
                <a:gd name="connsiteY3" fmla="*/ 1978502 h 3154050"/>
                <a:gd name="connsiteX4" fmla="*/ 1147907 w 2723510"/>
                <a:gd name="connsiteY4" fmla="*/ 2572727 h 3154050"/>
                <a:gd name="connsiteX5" fmla="*/ 2722970 w 2723510"/>
                <a:gd name="connsiteY5" fmla="*/ 3002145 h 3154050"/>
                <a:gd name="connsiteX6" fmla="*/ 1302818 w 2723510"/>
                <a:gd name="connsiteY6" fmla="*/ 0 h 3154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3510" h="3154050">
                  <a:moveTo>
                    <a:pt x="0" y="8092"/>
                  </a:moveTo>
                  <a:cubicBezTo>
                    <a:pt x="48552" y="252538"/>
                    <a:pt x="97105" y="496985"/>
                    <a:pt x="295360" y="578580"/>
                  </a:cubicBezTo>
                  <a:cubicBezTo>
                    <a:pt x="493615" y="660175"/>
                    <a:pt x="896868" y="264340"/>
                    <a:pt x="1189530" y="497660"/>
                  </a:cubicBezTo>
                  <a:cubicBezTo>
                    <a:pt x="1482192" y="730980"/>
                    <a:pt x="2058268" y="1632658"/>
                    <a:pt x="2051331" y="1978502"/>
                  </a:cubicBezTo>
                  <a:cubicBezTo>
                    <a:pt x="2044394" y="2324346"/>
                    <a:pt x="912727" y="2310136"/>
                    <a:pt x="1147907" y="2572727"/>
                  </a:cubicBezTo>
                  <a:cubicBezTo>
                    <a:pt x="1383087" y="2835318"/>
                    <a:pt x="2754664" y="3433720"/>
                    <a:pt x="2722970" y="3002145"/>
                  </a:cubicBezTo>
                  <a:cubicBezTo>
                    <a:pt x="2691276" y="2570570"/>
                    <a:pt x="1997047" y="1285285"/>
                    <a:pt x="1302818" y="0"/>
                  </a:cubicBezTo>
                </a:path>
              </a:pathLst>
            </a:custGeom>
            <a:solidFill>
              <a:srgbClr val="1D7F9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0885594F-75A6-4843-9EED-94377DD36B12}"/>
                </a:ext>
              </a:extLst>
            </p:cNvPr>
            <p:cNvSpPr/>
            <p:nvPr/>
          </p:nvSpPr>
          <p:spPr>
            <a:xfrm>
              <a:off x="6118299" y="1835225"/>
              <a:ext cx="570544" cy="279236"/>
            </a:xfrm>
            <a:custGeom>
              <a:avLst/>
              <a:gdLst>
                <a:gd name="connsiteX0" fmla="*/ 55 w 962195"/>
                <a:gd name="connsiteY0" fmla="*/ 40483 h 735462"/>
                <a:gd name="connsiteX1" fmla="*/ 481531 w 962195"/>
                <a:gd name="connsiteY1" fmla="*/ 76897 h 735462"/>
                <a:gd name="connsiteX2" fmla="*/ 805213 w 962195"/>
                <a:gd name="connsiteY2" fmla="*/ 206370 h 735462"/>
                <a:gd name="connsiteX3" fmla="*/ 946823 w 962195"/>
                <a:gd name="connsiteY3" fmla="*/ 671662 h 735462"/>
                <a:gd name="connsiteX4" fmla="*/ 453209 w 962195"/>
                <a:gd name="connsiteY4" fmla="*/ 663570 h 735462"/>
                <a:gd name="connsiteX5" fmla="*/ 55 w 962195"/>
                <a:gd name="connsiteY5" fmla="*/ 40483 h 735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2195" h="735462">
                  <a:moveTo>
                    <a:pt x="55" y="40483"/>
                  </a:moveTo>
                  <a:cubicBezTo>
                    <a:pt x="4775" y="-57296"/>
                    <a:pt x="347338" y="49249"/>
                    <a:pt x="481531" y="76897"/>
                  </a:cubicBezTo>
                  <a:cubicBezTo>
                    <a:pt x="615724" y="104545"/>
                    <a:pt x="727664" y="107243"/>
                    <a:pt x="805213" y="206370"/>
                  </a:cubicBezTo>
                  <a:cubicBezTo>
                    <a:pt x="882762" y="305498"/>
                    <a:pt x="1005490" y="595462"/>
                    <a:pt x="946823" y="671662"/>
                  </a:cubicBezTo>
                  <a:cubicBezTo>
                    <a:pt x="888156" y="747862"/>
                    <a:pt x="611004" y="768092"/>
                    <a:pt x="453209" y="663570"/>
                  </a:cubicBezTo>
                  <a:cubicBezTo>
                    <a:pt x="295414" y="559048"/>
                    <a:pt x="-4665" y="138262"/>
                    <a:pt x="55" y="40483"/>
                  </a:cubicBezTo>
                  <a:close/>
                </a:path>
              </a:pathLst>
            </a:custGeom>
            <a:solidFill>
              <a:srgbClr val="C2ECE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411A001-BEF3-46E9-B79E-284FBC5A99AD}"/>
                </a:ext>
              </a:extLst>
            </p:cNvPr>
            <p:cNvSpPr/>
            <p:nvPr/>
          </p:nvSpPr>
          <p:spPr>
            <a:xfrm>
              <a:off x="7015868" y="2202457"/>
              <a:ext cx="192135" cy="197445"/>
            </a:xfrm>
            <a:prstGeom prst="ellipse">
              <a:avLst/>
            </a:prstGeom>
            <a:solidFill>
              <a:srgbClr val="C7760B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Freihandform: Form 136">
              <a:extLst>
                <a:ext uri="{FF2B5EF4-FFF2-40B4-BE49-F238E27FC236}">
                  <a16:creationId xmlns:a16="http://schemas.microsoft.com/office/drawing/2014/main" id="{1507E9E2-6889-4D93-A904-EC66C55CFB8D}"/>
                </a:ext>
              </a:extLst>
            </p:cNvPr>
            <p:cNvSpPr/>
            <p:nvPr/>
          </p:nvSpPr>
          <p:spPr>
            <a:xfrm>
              <a:off x="4102736" y="772974"/>
              <a:ext cx="902067" cy="411248"/>
            </a:xfrm>
            <a:custGeom>
              <a:avLst/>
              <a:gdLst>
                <a:gd name="connsiteX0" fmla="*/ 204663 w 902067"/>
                <a:gd name="connsiteY0" fmla="*/ 0 h 408527"/>
                <a:gd name="connsiteX1" fmla="*/ 692103 w 902067"/>
                <a:gd name="connsiteY1" fmla="*/ 0 h 408527"/>
                <a:gd name="connsiteX2" fmla="*/ 709329 w 902067"/>
                <a:gd name="connsiteY2" fmla="*/ 24256 h 408527"/>
                <a:gd name="connsiteX3" fmla="*/ 901989 w 902067"/>
                <a:gd name="connsiteY3" fmla="*/ 347337 h 408527"/>
                <a:gd name="connsiteX4" fmla="*/ 666242 w 902067"/>
                <a:gd name="connsiteY4" fmla="*/ 406089 h 408527"/>
                <a:gd name="connsiteX5" fmla="*/ 0 w 902067"/>
                <a:gd name="connsiteY5" fmla="*/ 308169 h 408527"/>
                <a:gd name="connsiteX0" fmla="*/ 169284 w 902067"/>
                <a:gd name="connsiteY0" fmla="*/ 0 h 411248"/>
                <a:gd name="connsiteX1" fmla="*/ 692103 w 902067"/>
                <a:gd name="connsiteY1" fmla="*/ 2721 h 411248"/>
                <a:gd name="connsiteX2" fmla="*/ 709329 w 902067"/>
                <a:gd name="connsiteY2" fmla="*/ 26977 h 411248"/>
                <a:gd name="connsiteX3" fmla="*/ 901989 w 902067"/>
                <a:gd name="connsiteY3" fmla="*/ 350058 h 411248"/>
                <a:gd name="connsiteX4" fmla="*/ 666242 w 902067"/>
                <a:gd name="connsiteY4" fmla="*/ 408810 h 411248"/>
                <a:gd name="connsiteX5" fmla="*/ 0 w 902067"/>
                <a:gd name="connsiteY5" fmla="*/ 310890 h 411248"/>
                <a:gd name="connsiteX6" fmla="*/ 169284 w 902067"/>
                <a:gd name="connsiteY6" fmla="*/ 0 h 411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067" h="411248">
                  <a:moveTo>
                    <a:pt x="169284" y="0"/>
                  </a:moveTo>
                  <a:lnTo>
                    <a:pt x="692103" y="2721"/>
                  </a:lnTo>
                  <a:lnTo>
                    <a:pt x="709329" y="26977"/>
                  </a:lnTo>
                  <a:cubicBezTo>
                    <a:pt x="814005" y="176889"/>
                    <a:pt x="905121" y="318724"/>
                    <a:pt x="901989" y="350058"/>
                  </a:cubicBezTo>
                  <a:cubicBezTo>
                    <a:pt x="895724" y="412726"/>
                    <a:pt x="816573" y="415337"/>
                    <a:pt x="666242" y="408810"/>
                  </a:cubicBezTo>
                  <a:cubicBezTo>
                    <a:pt x="515910" y="402282"/>
                    <a:pt x="257955" y="356586"/>
                    <a:pt x="0" y="310890"/>
                  </a:cubicBezTo>
                  <a:cubicBezTo>
                    <a:pt x="68221" y="208167"/>
                    <a:pt x="101063" y="102723"/>
                    <a:pt x="169284" y="0"/>
                  </a:cubicBezTo>
                  <a:close/>
                </a:path>
              </a:pathLst>
            </a:custGeom>
            <a:solidFill>
              <a:srgbClr val="186676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66" name="Sechseck 65">
              <a:extLst>
                <a:ext uri="{FF2B5EF4-FFF2-40B4-BE49-F238E27FC236}">
                  <a16:creationId xmlns:a16="http://schemas.microsoft.com/office/drawing/2014/main" id="{A7FC3C44-924E-4086-B105-2146C033D0C7}"/>
                </a:ext>
              </a:extLst>
            </p:cNvPr>
            <p:cNvSpPr/>
            <p:nvPr/>
          </p:nvSpPr>
          <p:spPr>
            <a:xfrm>
              <a:off x="2906174" y="789588"/>
              <a:ext cx="5843098" cy="5397388"/>
            </a:xfrm>
            <a:prstGeom prst="hexagon">
              <a:avLst/>
            </a:prstGeom>
            <a:noFill/>
            <a:ln w="127000">
              <a:solidFill>
                <a:srgbClr val="1866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9" name="Textfeld 138">
              <a:extLst>
                <a:ext uri="{FF2B5EF4-FFF2-40B4-BE49-F238E27FC236}">
                  <a16:creationId xmlns:a16="http://schemas.microsoft.com/office/drawing/2014/main" id="{900F31EA-E5E1-4983-8ECB-64D82EFF721B}"/>
                </a:ext>
              </a:extLst>
            </p:cNvPr>
            <p:cNvSpPr txBox="1"/>
            <p:nvPr/>
          </p:nvSpPr>
          <p:spPr>
            <a:xfrm>
              <a:off x="4104762" y="5234871"/>
              <a:ext cx="3419526" cy="830997"/>
            </a:xfrm>
            <a:prstGeom prst="rect">
              <a:avLst/>
            </a:prstGeom>
            <a:noFill/>
            <a:effectLst>
              <a:glow>
                <a:schemeClr val="accent1">
                  <a:satMod val="175000"/>
                </a:schemeClr>
              </a:glow>
              <a:outerShdw blurRad="50800" dist="50800" dir="5400000" sx="1000" sy="1000" algn="ctr" rotWithShape="0">
                <a:srgbClr val="000000">
                  <a:alpha val="43137"/>
                </a:srgbClr>
              </a:outerShdw>
              <a:reflection stA="45000" endPos="0" dist="50800" dir="5400000" sy="-100000" algn="bl" rotWithShape="0"/>
              <a:softEdge rad="0"/>
            </a:effectLst>
          </p:spPr>
          <p:txBody>
            <a:bodyPr wrap="none" rtlCol="0">
              <a:spAutoFit/>
            </a:bodyPr>
            <a:lstStyle/>
            <a:p>
              <a:r>
                <a:rPr lang="de-DE" sz="4800" b="1" dirty="0" err="1">
                  <a:ln w="127000" cmpd="sng">
                    <a:solidFill>
                      <a:schemeClr val="bg1"/>
                    </a:solidFill>
                    <a:prstDash val="solid"/>
                  </a:ln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mse</a:t>
              </a:r>
              <a:r>
                <a:rPr lang="de-DE" sz="4800" b="1" dirty="0" err="1">
                  <a:ln w="127000">
                    <a:solidFill>
                      <a:schemeClr val="bg1"/>
                    </a:solidFill>
                    <a:prstDash val="solid"/>
                  </a:ln>
                  <a:solidFill>
                    <a:srgbClr val="F4AB34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EMSRR</a:t>
              </a:r>
              <a:endParaRPr lang="de-DE" sz="4800" b="1" dirty="0">
                <a:ln w="127000">
                  <a:solidFill>
                    <a:schemeClr val="bg1"/>
                  </a:solidFill>
                  <a:prstDash val="solid"/>
                </a:ln>
                <a:solidFill>
                  <a:srgbClr val="F4AB34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7688931C-4E38-4181-A917-C3C011A7B82A}"/>
                </a:ext>
              </a:extLst>
            </p:cNvPr>
            <p:cNvSpPr txBox="1"/>
            <p:nvPr/>
          </p:nvSpPr>
          <p:spPr>
            <a:xfrm>
              <a:off x="4117960" y="5225741"/>
              <a:ext cx="3419526" cy="830997"/>
            </a:xfrm>
            <a:prstGeom prst="rect">
              <a:avLst/>
            </a:prstGeom>
            <a:noFill/>
            <a:effectLst>
              <a:glow>
                <a:schemeClr val="accent1">
                  <a:satMod val="175000"/>
                </a:schemeClr>
              </a:glow>
              <a:outerShdw blurRad="50800" dist="50800" dir="5400000" sx="1000" sy="1000" algn="ctr" rotWithShape="0">
                <a:srgbClr val="000000">
                  <a:alpha val="43137"/>
                </a:srgbClr>
              </a:outerShdw>
              <a:reflection stA="45000" endPos="0" dist="50800" dir="5400000" sy="-100000" algn="bl" rotWithShape="0"/>
              <a:softEdge rad="0"/>
            </a:effectLst>
          </p:spPr>
          <p:txBody>
            <a:bodyPr wrap="none" rtlCol="0">
              <a:spAutoFit/>
            </a:bodyPr>
            <a:lstStyle/>
            <a:p>
              <a:r>
                <a:rPr lang="de-DE" sz="4800" b="1" dirty="0" err="1">
                  <a:ln w="50800" cmpd="sng">
                    <a:noFill/>
                    <a:prstDash val="solid"/>
                  </a:ln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mse</a:t>
              </a:r>
              <a:r>
                <a:rPr lang="de-DE" sz="4800" b="1" dirty="0" err="1">
                  <a:ln w="50800">
                    <a:noFill/>
                    <a:prstDash val="solid"/>
                  </a:ln>
                  <a:solidFill>
                    <a:srgbClr val="186676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EMSRR</a:t>
              </a:r>
              <a:endParaRPr lang="de-DE" sz="4800" b="1" dirty="0">
                <a:ln w="50800">
                  <a:noFill/>
                  <a:prstDash val="solid"/>
                </a:ln>
                <a:solidFill>
                  <a:srgbClr val="18667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700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34AC676-3BB3-4C8B-A9C4-DEC3EFD7E330}"/>
              </a:ext>
            </a:extLst>
          </p:cNvPr>
          <p:cNvGrpSpPr/>
          <p:nvPr/>
        </p:nvGrpSpPr>
        <p:grpSpPr>
          <a:xfrm>
            <a:off x="3115831" y="503961"/>
            <a:ext cx="5433376" cy="5850078"/>
            <a:chOff x="3115831" y="566733"/>
            <a:chExt cx="5433376" cy="5850078"/>
          </a:xfrm>
        </p:grpSpPr>
        <p:sp>
          <p:nvSpPr>
            <p:cNvPr id="6" name="Sechseck 5">
              <a:extLst>
                <a:ext uri="{FF2B5EF4-FFF2-40B4-BE49-F238E27FC236}">
                  <a16:creationId xmlns:a16="http://schemas.microsoft.com/office/drawing/2014/main" id="{73DFABD2-6EFA-415A-9720-AC14CE857334}"/>
                </a:ext>
              </a:extLst>
            </p:cNvPr>
            <p:cNvSpPr/>
            <p:nvPr/>
          </p:nvSpPr>
          <p:spPr>
            <a:xfrm rot="16200000">
              <a:off x="2892976" y="793633"/>
              <a:ext cx="5843098" cy="5397388"/>
            </a:xfrm>
            <a:prstGeom prst="hexagon">
              <a:avLst/>
            </a:prstGeom>
            <a:solidFill>
              <a:srgbClr val="C2ECE2"/>
            </a:solidFill>
            <a:ln w="1016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Freihandform: Form 133">
              <a:extLst>
                <a:ext uri="{FF2B5EF4-FFF2-40B4-BE49-F238E27FC236}">
                  <a16:creationId xmlns:a16="http://schemas.microsoft.com/office/drawing/2014/main" id="{433BB49A-3722-46C6-A53E-D32500019C7F}"/>
                </a:ext>
              </a:extLst>
            </p:cNvPr>
            <p:cNvSpPr/>
            <p:nvPr/>
          </p:nvSpPr>
          <p:spPr>
            <a:xfrm>
              <a:off x="3120506" y="747837"/>
              <a:ext cx="4316788" cy="2909335"/>
            </a:xfrm>
            <a:custGeom>
              <a:avLst/>
              <a:gdLst>
                <a:gd name="connsiteX0" fmla="*/ 1414258 w 4606710"/>
                <a:gd name="connsiteY0" fmla="*/ 0 h 3033613"/>
                <a:gd name="connsiteX1" fmla="*/ 2681084 w 4606710"/>
                <a:gd name="connsiteY1" fmla="*/ 5901 h 3033613"/>
                <a:gd name="connsiteX2" fmla="*/ 2685576 w 4606710"/>
                <a:gd name="connsiteY2" fmla="*/ 10445 h 3033613"/>
                <a:gd name="connsiteX3" fmla="*/ 2667475 w 4606710"/>
                <a:gd name="connsiteY3" fmla="*/ 28337 h 3033613"/>
                <a:gd name="connsiteX4" fmla="*/ 2713015 w 4606710"/>
                <a:gd name="connsiteY4" fmla="*/ 139958 h 3033613"/>
                <a:gd name="connsiteX5" fmla="*/ 3895618 w 4606710"/>
                <a:gd name="connsiteY5" fmla="*/ 863558 h 3033613"/>
                <a:gd name="connsiteX6" fmla="*/ 4453969 w 4606710"/>
                <a:gd name="connsiteY6" fmla="*/ 1292436 h 3033613"/>
                <a:gd name="connsiteX7" fmla="*/ 4559165 w 4606710"/>
                <a:gd name="connsiteY7" fmla="*/ 1895293 h 3033613"/>
                <a:gd name="connsiteX8" fmla="*/ 3782330 w 4606710"/>
                <a:gd name="connsiteY8" fmla="*/ 1818419 h 3033613"/>
                <a:gd name="connsiteX9" fmla="*/ 3329176 w 4606710"/>
                <a:gd name="connsiteY9" fmla="*/ 1397633 h 3033613"/>
                <a:gd name="connsiteX10" fmla="*/ 2147739 w 4606710"/>
                <a:gd name="connsiteY10" fmla="*/ 798822 h 3033613"/>
                <a:gd name="connsiteX11" fmla="*/ 201097 w 4606710"/>
                <a:gd name="connsiteY11" fmla="*/ 3002685 h 3033613"/>
                <a:gd name="connsiteX12" fmla="*/ 168111 w 4606710"/>
                <a:gd name="connsiteY12" fmla="*/ 3033613 h 3033613"/>
                <a:gd name="connsiteX13" fmla="*/ 0 w 4606710"/>
                <a:gd name="connsiteY13" fmla="*/ 2705284 h 3033613"/>
                <a:gd name="connsiteX0" fmla="*/ 1332616 w 4525068"/>
                <a:gd name="connsiteY0" fmla="*/ 0 h 3033613"/>
                <a:gd name="connsiteX1" fmla="*/ 2599442 w 4525068"/>
                <a:gd name="connsiteY1" fmla="*/ 5901 h 3033613"/>
                <a:gd name="connsiteX2" fmla="*/ 2603934 w 4525068"/>
                <a:gd name="connsiteY2" fmla="*/ 10445 h 3033613"/>
                <a:gd name="connsiteX3" fmla="*/ 2585833 w 4525068"/>
                <a:gd name="connsiteY3" fmla="*/ 28337 h 3033613"/>
                <a:gd name="connsiteX4" fmla="*/ 2631373 w 4525068"/>
                <a:gd name="connsiteY4" fmla="*/ 139958 h 3033613"/>
                <a:gd name="connsiteX5" fmla="*/ 3813976 w 4525068"/>
                <a:gd name="connsiteY5" fmla="*/ 863558 h 3033613"/>
                <a:gd name="connsiteX6" fmla="*/ 4372327 w 4525068"/>
                <a:gd name="connsiteY6" fmla="*/ 1292436 h 3033613"/>
                <a:gd name="connsiteX7" fmla="*/ 4477523 w 4525068"/>
                <a:gd name="connsiteY7" fmla="*/ 1895293 h 3033613"/>
                <a:gd name="connsiteX8" fmla="*/ 3700688 w 4525068"/>
                <a:gd name="connsiteY8" fmla="*/ 1818419 h 3033613"/>
                <a:gd name="connsiteX9" fmla="*/ 3247534 w 4525068"/>
                <a:gd name="connsiteY9" fmla="*/ 1397633 h 3033613"/>
                <a:gd name="connsiteX10" fmla="*/ 2066097 w 4525068"/>
                <a:gd name="connsiteY10" fmla="*/ 798822 h 3033613"/>
                <a:gd name="connsiteX11" fmla="*/ 119455 w 4525068"/>
                <a:gd name="connsiteY11" fmla="*/ 3002685 h 3033613"/>
                <a:gd name="connsiteX12" fmla="*/ 86469 w 4525068"/>
                <a:gd name="connsiteY12" fmla="*/ 3033613 h 3033613"/>
                <a:gd name="connsiteX13" fmla="*/ 0 w 4525068"/>
                <a:gd name="connsiteY13" fmla="*/ 2705284 h 3033613"/>
                <a:gd name="connsiteX14" fmla="*/ 1332616 w 4525068"/>
                <a:gd name="connsiteY14" fmla="*/ 0 h 3033613"/>
                <a:gd name="connsiteX0" fmla="*/ 1332616 w 4525068"/>
                <a:gd name="connsiteY0" fmla="*/ 0 h 3033613"/>
                <a:gd name="connsiteX1" fmla="*/ 2599442 w 4525068"/>
                <a:gd name="connsiteY1" fmla="*/ 5901 h 3033613"/>
                <a:gd name="connsiteX2" fmla="*/ 2603934 w 4525068"/>
                <a:gd name="connsiteY2" fmla="*/ 10445 h 3033613"/>
                <a:gd name="connsiteX3" fmla="*/ 2585833 w 4525068"/>
                <a:gd name="connsiteY3" fmla="*/ 28337 h 3033613"/>
                <a:gd name="connsiteX4" fmla="*/ 2631373 w 4525068"/>
                <a:gd name="connsiteY4" fmla="*/ 139958 h 3033613"/>
                <a:gd name="connsiteX5" fmla="*/ 3813976 w 4525068"/>
                <a:gd name="connsiteY5" fmla="*/ 863558 h 3033613"/>
                <a:gd name="connsiteX6" fmla="*/ 4372327 w 4525068"/>
                <a:gd name="connsiteY6" fmla="*/ 1292436 h 3033613"/>
                <a:gd name="connsiteX7" fmla="*/ 4477523 w 4525068"/>
                <a:gd name="connsiteY7" fmla="*/ 1895293 h 3033613"/>
                <a:gd name="connsiteX8" fmla="*/ 3700688 w 4525068"/>
                <a:gd name="connsiteY8" fmla="*/ 1818419 h 3033613"/>
                <a:gd name="connsiteX9" fmla="*/ 3247534 w 4525068"/>
                <a:gd name="connsiteY9" fmla="*/ 1397633 h 3033613"/>
                <a:gd name="connsiteX10" fmla="*/ 2066097 w 4525068"/>
                <a:gd name="connsiteY10" fmla="*/ 798822 h 3033613"/>
                <a:gd name="connsiteX11" fmla="*/ 162998 w 4525068"/>
                <a:gd name="connsiteY11" fmla="*/ 2948256 h 3033613"/>
                <a:gd name="connsiteX12" fmla="*/ 86469 w 4525068"/>
                <a:gd name="connsiteY12" fmla="*/ 3033613 h 3033613"/>
                <a:gd name="connsiteX13" fmla="*/ 0 w 4525068"/>
                <a:gd name="connsiteY13" fmla="*/ 2705284 h 3033613"/>
                <a:gd name="connsiteX14" fmla="*/ 1332616 w 4525068"/>
                <a:gd name="connsiteY14" fmla="*/ 0 h 3033613"/>
                <a:gd name="connsiteX0" fmla="*/ 1332616 w 4525068"/>
                <a:gd name="connsiteY0" fmla="*/ 0 h 2979185"/>
                <a:gd name="connsiteX1" fmla="*/ 2599442 w 4525068"/>
                <a:gd name="connsiteY1" fmla="*/ 5901 h 2979185"/>
                <a:gd name="connsiteX2" fmla="*/ 2603934 w 4525068"/>
                <a:gd name="connsiteY2" fmla="*/ 10445 h 2979185"/>
                <a:gd name="connsiteX3" fmla="*/ 2585833 w 4525068"/>
                <a:gd name="connsiteY3" fmla="*/ 28337 h 2979185"/>
                <a:gd name="connsiteX4" fmla="*/ 2631373 w 4525068"/>
                <a:gd name="connsiteY4" fmla="*/ 139958 h 2979185"/>
                <a:gd name="connsiteX5" fmla="*/ 3813976 w 4525068"/>
                <a:gd name="connsiteY5" fmla="*/ 863558 h 2979185"/>
                <a:gd name="connsiteX6" fmla="*/ 4372327 w 4525068"/>
                <a:gd name="connsiteY6" fmla="*/ 1292436 h 2979185"/>
                <a:gd name="connsiteX7" fmla="*/ 4477523 w 4525068"/>
                <a:gd name="connsiteY7" fmla="*/ 1895293 h 2979185"/>
                <a:gd name="connsiteX8" fmla="*/ 3700688 w 4525068"/>
                <a:gd name="connsiteY8" fmla="*/ 1818419 h 2979185"/>
                <a:gd name="connsiteX9" fmla="*/ 3247534 w 4525068"/>
                <a:gd name="connsiteY9" fmla="*/ 1397633 h 2979185"/>
                <a:gd name="connsiteX10" fmla="*/ 2066097 w 4525068"/>
                <a:gd name="connsiteY10" fmla="*/ 798822 h 2979185"/>
                <a:gd name="connsiteX11" fmla="*/ 162998 w 4525068"/>
                <a:gd name="connsiteY11" fmla="*/ 2948256 h 2979185"/>
                <a:gd name="connsiteX12" fmla="*/ 119126 w 4525068"/>
                <a:gd name="connsiteY12" fmla="*/ 2979185 h 2979185"/>
                <a:gd name="connsiteX13" fmla="*/ 0 w 4525068"/>
                <a:gd name="connsiteY13" fmla="*/ 2705284 h 2979185"/>
                <a:gd name="connsiteX14" fmla="*/ 1332616 w 4525068"/>
                <a:gd name="connsiteY14" fmla="*/ 0 h 2979185"/>
                <a:gd name="connsiteX0" fmla="*/ 1332616 w 4525068"/>
                <a:gd name="connsiteY0" fmla="*/ 0 h 2979185"/>
                <a:gd name="connsiteX1" fmla="*/ 2599442 w 4525068"/>
                <a:gd name="connsiteY1" fmla="*/ 5901 h 2979185"/>
                <a:gd name="connsiteX2" fmla="*/ 2603934 w 4525068"/>
                <a:gd name="connsiteY2" fmla="*/ 10445 h 2979185"/>
                <a:gd name="connsiteX3" fmla="*/ 2585833 w 4525068"/>
                <a:gd name="connsiteY3" fmla="*/ 28337 h 2979185"/>
                <a:gd name="connsiteX4" fmla="*/ 2631373 w 4525068"/>
                <a:gd name="connsiteY4" fmla="*/ 139958 h 2979185"/>
                <a:gd name="connsiteX5" fmla="*/ 3813976 w 4525068"/>
                <a:gd name="connsiteY5" fmla="*/ 863558 h 2979185"/>
                <a:gd name="connsiteX6" fmla="*/ 4372327 w 4525068"/>
                <a:gd name="connsiteY6" fmla="*/ 1292436 h 2979185"/>
                <a:gd name="connsiteX7" fmla="*/ 4477523 w 4525068"/>
                <a:gd name="connsiteY7" fmla="*/ 1895293 h 2979185"/>
                <a:gd name="connsiteX8" fmla="*/ 3700688 w 4525068"/>
                <a:gd name="connsiteY8" fmla="*/ 1818419 h 2979185"/>
                <a:gd name="connsiteX9" fmla="*/ 3247534 w 4525068"/>
                <a:gd name="connsiteY9" fmla="*/ 1397633 h 2979185"/>
                <a:gd name="connsiteX10" fmla="*/ 2066097 w 4525068"/>
                <a:gd name="connsiteY10" fmla="*/ 798822 h 2979185"/>
                <a:gd name="connsiteX11" fmla="*/ 213798 w 4525068"/>
                <a:gd name="connsiteY11" fmla="*/ 2882216 h 2979185"/>
                <a:gd name="connsiteX12" fmla="*/ 119126 w 4525068"/>
                <a:gd name="connsiteY12" fmla="*/ 2979185 h 2979185"/>
                <a:gd name="connsiteX13" fmla="*/ 0 w 4525068"/>
                <a:gd name="connsiteY13" fmla="*/ 2705284 h 2979185"/>
                <a:gd name="connsiteX14" fmla="*/ 1332616 w 4525068"/>
                <a:gd name="connsiteY14" fmla="*/ 0 h 2979185"/>
                <a:gd name="connsiteX0" fmla="*/ 1213490 w 4405942"/>
                <a:gd name="connsiteY0" fmla="*/ 0 h 2979185"/>
                <a:gd name="connsiteX1" fmla="*/ 2480316 w 4405942"/>
                <a:gd name="connsiteY1" fmla="*/ 5901 h 2979185"/>
                <a:gd name="connsiteX2" fmla="*/ 2484808 w 4405942"/>
                <a:gd name="connsiteY2" fmla="*/ 10445 h 2979185"/>
                <a:gd name="connsiteX3" fmla="*/ 2466707 w 4405942"/>
                <a:gd name="connsiteY3" fmla="*/ 28337 h 2979185"/>
                <a:gd name="connsiteX4" fmla="*/ 2512247 w 4405942"/>
                <a:gd name="connsiteY4" fmla="*/ 139958 h 2979185"/>
                <a:gd name="connsiteX5" fmla="*/ 3694850 w 4405942"/>
                <a:gd name="connsiteY5" fmla="*/ 863558 h 2979185"/>
                <a:gd name="connsiteX6" fmla="*/ 4253201 w 4405942"/>
                <a:gd name="connsiteY6" fmla="*/ 1292436 h 2979185"/>
                <a:gd name="connsiteX7" fmla="*/ 4358397 w 4405942"/>
                <a:gd name="connsiteY7" fmla="*/ 1895293 h 2979185"/>
                <a:gd name="connsiteX8" fmla="*/ 3581562 w 4405942"/>
                <a:gd name="connsiteY8" fmla="*/ 1818419 h 2979185"/>
                <a:gd name="connsiteX9" fmla="*/ 3128408 w 4405942"/>
                <a:gd name="connsiteY9" fmla="*/ 1397633 h 2979185"/>
                <a:gd name="connsiteX10" fmla="*/ 1946971 w 4405942"/>
                <a:gd name="connsiteY10" fmla="*/ 798822 h 2979185"/>
                <a:gd name="connsiteX11" fmla="*/ 94672 w 4405942"/>
                <a:gd name="connsiteY11" fmla="*/ 2882216 h 2979185"/>
                <a:gd name="connsiteX12" fmla="*/ 0 w 4405942"/>
                <a:gd name="connsiteY12" fmla="*/ 2979185 h 2979185"/>
                <a:gd name="connsiteX13" fmla="*/ 89154 w 4405942"/>
                <a:gd name="connsiteY13" fmla="*/ 2116004 h 2979185"/>
                <a:gd name="connsiteX14" fmla="*/ 1213490 w 4405942"/>
                <a:gd name="connsiteY14" fmla="*/ 0 h 2979185"/>
                <a:gd name="connsiteX0" fmla="*/ 1213490 w 4405942"/>
                <a:gd name="connsiteY0" fmla="*/ 0 h 2979185"/>
                <a:gd name="connsiteX1" fmla="*/ 2480316 w 4405942"/>
                <a:gd name="connsiteY1" fmla="*/ 5901 h 2979185"/>
                <a:gd name="connsiteX2" fmla="*/ 2484808 w 4405942"/>
                <a:gd name="connsiteY2" fmla="*/ 10445 h 2979185"/>
                <a:gd name="connsiteX3" fmla="*/ 2466707 w 4405942"/>
                <a:gd name="connsiteY3" fmla="*/ 28337 h 2979185"/>
                <a:gd name="connsiteX4" fmla="*/ 2512247 w 4405942"/>
                <a:gd name="connsiteY4" fmla="*/ 139958 h 2979185"/>
                <a:gd name="connsiteX5" fmla="*/ 3694850 w 4405942"/>
                <a:gd name="connsiteY5" fmla="*/ 863558 h 2979185"/>
                <a:gd name="connsiteX6" fmla="*/ 4253201 w 4405942"/>
                <a:gd name="connsiteY6" fmla="*/ 1292436 h 2979185"/>
                <a:gd name="connsiteX7" fmla="*/ 4358397 w 4405942"/>
                <a:gd name="connsiteY7" fmla="*/ 1895293 h 2979185"/>
                <a:gd name="connsiteX8" fmla="*/ 3581562 w 4405942"/>
                <a:gd name="connsiteY8" fmla="*/ 1818419 h 2979185"/>
                <a:gd name="connsiteX9" fmla="*/ 3128408 w 4405942"/>
                <a:gd name="connsiteY9" fmla="*/ 1397633 h 2979185"/>
                <a:gd name="connsiteX10" fmla="*/ 1946971 w 4405942"/>
                <a:gd name="connsiteY10" fmla="*/ 798822 h 2979185"/>
                <a:gd name="connsiteX11" fmla="*/ 94672 w 4405942"/>
                <a:gd name="connsiteY11" fmla="*/ 2882216 h 2979185"/>
                <a:gd name="connsiteX12" fmla="*/ 0 w 4405942"/>
                <a:gd name="connsiteY12" fmla="*/ 2979185 h 2979185"/>
                <a:gd name="connsiteX13" fmla="*/ 89154 w 4405942"/>
                <a:gd name="connsiteY13" fmla="*/ 2116004 h 2979185"/>
                <a:gd name="connsiteX14" fmla="*/ 1213490 w 4405942"/>
                <a:gd name="connsiteY14" fmla="*/ 0 h 2979185"/>
                <a:gd name="connsiteX0" fmla="*/ 1213490 w 4405942"/>
                <a:gd name="connsiteY0" fmla="*/ 0 h 2979185"/>
                <a:gd name="connsiteX1" fmla="*/ 2480316 w 4405942"/>
                <a:gd name="connsiteY1" fmla="*/ 5901 h 2979185"/>
                <a:gd name="connsiteX2" fmla="*/ 2484808 w 4405942"/>
                <a:gd name="connsiteY2" fmla="*/ 10445 h 2979185"/>
                <a:gd name="connsiteX3" fmla="*/ 2466707 w 4405942"/>
                <a:gd name="connsiteY3" fmla="*/ 28337 h 2979185"/>
                <a:gd name="connsiteX4" fmla="*/ 2512247 w 4405942"/>
                <a:gd name="connsiteY4" fmla="*/ 139958 h 2979185"/>
                <a:gd name="connsiteX5" fmla="*/ 3694850 w 4405942"/>
                <a:gd name="connsiteY5" fmla="*/ 863558 h 2979185"/>
                <a:gd name="connsiteX6" fmla="*/ 4253201 w 4405942"/>
                <a:gd name="connsiteY6" fmla="*/ 1292436 h 2979185"/>
                <a:gd name="connsiteX7" fmla="*/ 4358397 w 4405942"/>
                <a:gd name="connsiteY7" fmla="*/ 1895293 h 2979185"/>
                <a:gd name="connsiteX8" fmla="*/ 3581562 w 4405942"/>
                <a:gd name="connsiteY8" fmla="*/ 1818419 h 2979185"/>
                <a:gd name="connsiteX9" fmla="*/ 3128408 w 4405942"/>
                <a:gd name="connsiteY9" fmla="*/ 1397633 h 2979185"/>
                <a:gd name="connsiteX10" fmla="*/ 1946971 w 4405942"/>
                <a:gd name="connsiteY10" fmla="*/ 798822 h 2979185"/>
                <a:gd name="connsiteX11" fmla="*/ 94672 w 4405942"/>
                <a:gd name="connsiteY11" fmla="*/ 2882216 h 2979185"/>
                <a:gd name="connsiteX12" fmla="*/ 0 w 4405942"/>
                <a:gd name="connsiteY12" fmla="*/ 2979185 h 2979185"/>
                <a:gd name="connsiteX13" fmla="*/ 89154 w 4405942"/>
                <a:gd name="connsiteY13" fmla="*/ 2116004 h 2979185"/>
                <a:gd name="connsiteX14" fmla="*/ 1213490 w 4405942"/>
                <a:gd name="connsiteY14" fmla="*/ 0 h 2979185"/>
                <a:gd name="connsiteX0" fmla="*/ 1213490 w 4405942"/>
                <a:gd name="connsiteY0" fmla="*/ 0 h 2979185"/>
                <a:gd name="connsiteX1" fmla="*/ 2480316 w 4405942"/>
                <a:gd name="connsiteY1" fmla="*/ 5901 h 2979185"/>
                <a:gd name="connsiteX2" fmla="*/ 2484808 w 4405942"/>
                <a:gd name="connsiteY2" fmla="*/ 10445 h 2979185"/>
                <a:gd name="connsiteX3" fmla="*/ 2466707 w 4405942"/>
                <a:gd name="connsiteY3" fmla="*/ 28337 h 2979185"/>
                <a:gd name="connsiteX4" fmla="*/ 2512247 w 4405942"/>
                <a:gd name="connsiteY4" fmla="*/ 139958 h 2979185"/>
                <a:gd name="connsiteX5" fmla="*/ 3694850 w 4405942"/>
                <a:gd name="connsiteY5" fmla="*/ 863558 h 2979185"/>
                <a:gd name="connsiteX6" fmla="*/ 4253201 w 4405942"/>
                <a:gd name="connsiteY6" fmla="*/ 1292436 h 2979185"/>
                <a:gd name="connsiteX7" fmla="*/ 4358397 w 4405942"/>
                <a:gd name="connsiteY7" fmla="*/ 1895293 h 2979185"/>
                <a:gd name="connsiteX8" fmla="*/ 3581562 w 4405942"/>
                <a:gd name="connsiteY8" fmla="*/ 1818419 h 2979185"/>
                <a:gd name="connsiteX9" fmla="*/ 3128408 w 4405942"/>
                <a:gd name="connsiteY9" fmla="*/ 1397633 h 2979185"/>
                <a:gd name="connsiteX10" fmla="*/ 1946971 w 4405942"/>
                <a:gd name="connsiteY10" fmla="*/ 798822 h 2979185"/>
                <a:gd name="connsiteX11" fmla="*/ 94672 w 4405942"/>
                <a:gd name="connsiteY11" fmla="*/ 2882216 h 2979185"/>
                <a:gd name="connsiteX12" fmla="*/ 0 w 4405942"/>
                <a:gd name="connsiteY12" fmla="*/ 2979185 h 2979185"/>
                <a:gd name="connsiteX13" fmla="*/ 89154 w 4405942"/>
                <a:gd name="connsiteY13" fmla="*/ 2116004 h 2979185"/>
                <a:gd name="connsiteX14" fmla="*/ 1213490 w 4405942"/>
                <a:gd name="connsiteY14" fmla="*/ 0 h 2979185"/>
                <a:gd name="connsiteX0" fmla="*/ 1124336 w 4316788"/>
                <a:gd name="connsiteY0" fmla="*/ 0 h 3162065"/>
                <a:gd name="connsiteX1" fmla="*/ 2391162 w 4316788"/>
                <a:gd name="connsiteY1" fmla="*/ 5901 h 3162065"/>
                <a:gd name="connsiteX2" fmla="*/ 2395654 w 4316788"/>
                <a:gd name="connsiteY2" fmla="*/ 10445 h 3162065"/>
                <a:gd name="connsiteX3" fmla="*/ 2377553 w 4316788"/>
                <a:gd name="connsiteY3" fmla="*/ 28337 h 3162065"/>
                <a:gd name="connsiteX4" fmla="*/ 2423093 w 4316788"/>
                <a:gd name="connsiteY4" fmla="*/ 139958 h 3162065"/>
                <a:gd name="connsiteX5" fmla="*/ 3605696 w 4316788"/>
                <a:gd name="connsiteY5" fmla="*/ 863558 h 3162065"/>
                <a:gd name="connsiteX6" fmla="*/ 4164047 w 4316788"/>
                <a:gd name="connsiteY6" fmla="*/ 1292436 h 3162065"/>
                <a:gd name="connsiteX7" fmla="*/ 4269243 w 4316788"/>
                <a:gd name="connsiteY7" fmla="*/ 1895293 h 3162065"/>
                <a:gd name="connsiteX8" fmla="*/ 3492408 w 4316788"/>
                <a:gd name="connsiteY8" fmla="*/ 1818419 h 3162065"/>
                <a:gd name="connsiteX9" fmla="*/ 3039254 w 4316788"/>
                <a:gd name="connsiteY9" fmla="*/ 1397633 h 3162065"/>
                <a:gd name="connsiteX10" fmla="*/ 1857817 w 4316788"/>
                <a:gd name="connsiteY10" fmla="*/ 798822 h 3162065"/>
                <a:gd name="connsiteX11" fmla="*/ 5518 w 4316788"/>
                <a:gd name="connsiteY11" fmla="*/ 2882216 h 3162065"/>
                <a:gd name="connsiteX12" fmla="*/ 73406 w 4316788"/>
                <a:gd name="connsiteY12" fmla="*/ 3162065 h 3162065"/>
                <a:gd name="connsiteX13" fmla="*/ 0 w 4316788"/>
                <a:gd name="connsiteY13" fmla="*/ 2116004 h 3162065"/>
                <a:gd name="connsiteX14" fmla="*/ 1124336 w 4316788"/>
                <a:gd name="connsiteY14" fmla="*/ 0 h 3162065"/>
                <a:gd name="connsiteX0" fmla="*/ 1124336 w 4316788"/>
                <a:gd name="connsiteY0" fmla="*/ 0 h 2882216"/>
                <a:gd name="connsiteX1" fmla="*/ 2391162 w 4316788"/>
                <a:gd name="connsiteY1" fmla="*/ 5901 h 2882216"/>
                <a:gd name="connsiteX2" fmla="*/ 2395654 w 4316788"/>
                <a:gd name="connsiteY2" fmla="*/ 10445 h 2882216"/>
                <a:gd name="connsiteX3" fmla="*/ 2377553 w 4316788"/>
                <a:gd name="connsiteY3" fmla="*/ 28337 h 2882216"/>
                <a:gd name="connsiteX4" fmla="*/ 2423093 w 4316788"/>
                <a:gd name="connsiteY4" fmla="*/ 139958 h 2882216"/>
                <a:gd name="connsiteX5" fmla="*/ 3605696 w 4316788"/>
                <a:gd name="connsiteY5" fmla="*/ 863558 h 2882216"/>
                <a:gd name="connsiteX6" fmla="*/ 4164047 w 4316788"/>
                <a:gd name="connsiteY6" fmla="*/ 1292436 h 2882216"/>
                <a:gd name="connsiteX7" fmla="*/ 4269243 w 4316788"/>
                <a:gd name="connsiteY7" fmla="*/ 1895293 h 2882216"/>
                <a:gd name="connsiteX8" fmla="*/ 3492408 w 4316788"/>
                <a:gd name="connsiteY8" fmla="*/ 1818419 h 2882216"/>
                <a:gd name="connsiteX9" fmla="*/ 3039254 w 4316788"/>
                <a:gd name="connsiteY9" fmla="*/ 1397633 h 2882216"/>
                <a:gd name="connsiteX10" fmla="*/ 1857817 w 4316788"/>
                <a:gd name="connsiteY10" fmla="*/ 798822 h 2882216"/>
                <a:gd name="connsiteX11" fmla="*/ 5518 w 4316788"/>
                <a:gd name="connsiteY11" fmla="*/ 2882216 h 2882216"/>
                <a:gd name="connsiteX12" fmla="*/ 0 w 4316788"/>
                <a:gd name="connsiteY12" fmla="*/ 2116004 h 2882216"/>
                <a:gd name="connsiteX13" fmla="*/ 1124336 w 4316788"/>
                <a:gd name="connsiteY13" fmla="*/ 0 h 2882216"/>
                <a:gd name="connsiteX0" fmla="*/ 555376 w 4316788"/>
                <a:gd name="connsiteY0" fmla="*/ 852619 h 2876315"/>
                <a:gd name="connsiteX1" fmla="*/ 2391162 w 4316788"/>
                <a:gd name="connsiteY1" fmla="*/ 0 h 2876315"/>
                <a:gd name="connsiteX2" fmla="*/ 2395654 w 4316788"/>
                <a:gd name="connsiteY2" fmla="*/ 4544 h 2876315"/>
                <a:gd name="connsiteX3" fmla="*/ 2377553 w 4316788"/>
                <a:gd name="connsiteY3" fmla="*/ 22436 h 2876315"/>
                <a:gd name="connsiteX4" fmla="*/ 2423093 w 4316788"/>
                <a:gd name="connsiteY4" fmla="*/ 134057 h 2876315"/>
                <a:gd name="connsiteX5" fmla="*/ 3605696 w 4316788"/>
                <a:gd name="connsiteY5" fmla="*/ 857657 h 2876315"/>
                <a:gd name="connsiteX6" fmla="*/ 4164047 w 4316788"/>
                <a:gd name="connsiteY6" fmla="*/ 1286535 h 2876315"/>
                <a:gd name="connsiteX7" fmla="*/ 4269243 w 4316788"/>
                <a:gd name="connsiteY7" fmla="*/ 1889392 h 2876315"/>
                <a:gd name="connsiteX8" fmla="*/ 3492408 w 4316788"/>
                <a:gd name="connsiteY8" fmla="*/ 1812518 h 2876315"/>
                <a:gd name="connsiteX9" fmla="*/ 3039254 w 4316788"/>
                <a:gd name="connsiteY9" fmla="*/ 1391732 h 2876315"/>
                <a:gd name="connsiteX10" fmla="*/ 1857817 w 4316788"/>
                <a:gd name="connsiteY10" fmla="*/ 792921 h 2876315"/>
                <a:gd name="connsiteX11" fmla="*/ 5518 w 4316788"/>
                <a:gd name="connsiteY11" fmla="*/ 2876315 h 2876315"/>
                <a:gd name="connsiteX12" fmla="*/ 0 w 4316788"/>
                <a:gd name="connsiteY12" fmla="*/ 2110103 h 2876315"/>
                <a:gd name="connsiteX13" fmla="*/ 555376 w 4316788"/>
                <a:gd name="connsiteY13" fmla="*/ 852619 h 2876315"/>
                <a:gd name="connsiteX0" fmla="*/ 555376 w 4316788"/>
                <a:gd name="connsiteY0" fmla="*/ 852619 h 2876315"/>
                <a:gd name="connsiteX1" fmla="*/ 2391162 w 4316788"/>
                <a:gd name="connsiteY1" fmla="*/ 0 h 2876315"/>
                <a:gd name="connsiteX2" fmla="*/ 2377553 w 4316788"/>
                <a:gd name="connsiteY2" fmla="*/ 22436 h 2876315"/>
                <a:gd name="connsiteX3" fmla="*/ 2423093 w 4316788"/>
                <a:gd name="connsiteY3" fmla="*/ 134057 h 2876315"/>
                <a:gd name="connsiteX4" fmla="*/ 3605696 w 4316788"/>
                <a:gd name="connsiteY4" fmla="*/ 857657 h 2876315"/>
                <a:gd name="connsiteX5" fmla="*/ 4164047 w 4316788"/>
                <a:gd name="connsiteY5" fmla="*/ 1286535 h 2876315"/>
                <a:gd name="connsiteX6" fmla="*/ 4269243 w 4316788"/>
                <a:gd name="connsiteY6" fmla="*/ 1889392 h 2876315"/>
                <a:gd name="connsiteX7" fmla="*/ 3492408 w 4316788"/>
                <a:gd name="connsiteY7" fmla="*/ 1812518 h 2876315"/>
                <a:gd name="connsiteX8" fmla="*/ 3039254 w 4316788"/>
                <a:gd name="connsiteY8" fmla="*/ 1391732 h 2876315"/>
                <a:gd name="connsiteX9" fmla="*/ 1857817 w 4316788"/>
                <a:gd name="connsiteY9" fmla="*/ 792921 h 2876315"/>
                <a:gd name="connsiteX10" fmla="*/ 5518 w 4316788"/>
                <a:gd name="connsiteY10" fmla="*/ 2876315 h 2876315"/>
                <a:gd name="connsiteX11" fmla="*/ 0 w 4316788"/>
                <a:gd name="connsiteY11" fmla="*/ 2110103 h 2876315"/>
                <a:gd name="connsiteX12" fmla="*/ 555376 w 4316788"/>
                <a:gd name="connsiteY12" fmla="*/ 852619 h 2876315"/>
                <a:gd name="connsiteX0" fmla="*/ 555376 w 4316788"/>
                <a:gd name="connsiteY0" fmla="*/ 852619 h 2876315"/>
                <a:gd name="connsiteX1" fmla="*/ 2391162 w 4316788"/>
                <a:gd name="connsiteY1" fmla="*/ 0 h 2876315"/>
                <a:gd name="connsiteX2" fmla="*/ 2423093 w 4316788"/>
                <a:gd name="connsiteY2" fmla="*/ 134057 h 2876315"/>
                <a:gd name="connsiteX3" fmla="*/ 3605696 w 4316788"/>
                <a:gd name="connsiteY3" fmla="*/ 857657 h 2876315"/>
                <a:gd name="connsiteX4" fmla="*/ 4164047 w 4316788"/>
                <a:gd name="connsiteY4" fmla="*/ 1286535 h 2876315"/>
                <a:gd name="connsiteX5" fmla="*/ 4269243 w 4316788"/>
                <a:gd name="connsiteY5" fmla="*/ 1889392 h 2876315"/>
                <a:gd name="connsiteX6" fmla="*/ 3492408 w 4316788"/>
                <a:gd name="connsiteY6" fmla="*/ 1812518 h 2876315"/>
                <a:gd name="connsiteX7" fmla="*/ 3039254 w 4316788"/>
                <a:gd name="connsiteY7" fmla="*/ 1391732 h 2876315"/>
                <a:gd name="connsiteX8" fmla="*/ 1857817 w 4316788"/>
                <a:gd name="connsiteY8" fmla="*/ 792921 h 2876315"/>
                <a:gd name="connsiteX9" fmla="*/ 5518 w 4316788"/>
                <a:gd name="connsiteY9" fmla="*/ 2876315 h 2876315"/>
                <a:gd name="connsiteX10" fmla="*/ 0 w 4316788"/>
                <a:gd name="connsiteY10" fmla="*/ 2110103 h 2876315"/>
                <a:gd name="connsiteX11" fmla="*/ 555376 w 4316788"/>
                <a:gd name="connsiteY11" fmla="*/ 852619 h 2876315"/>
                <a:gd name="connsiteX0" fmla="*/ 555376 w 4316788"/>
                <a:gd name="connsiteY0" fmla="*/ 885639 h 2909335"/>
                <a:gd name="connsiteX1" fmla="*/ 2365762 w 4316788"/>
                <a:gd name="connsiteY1" fmla="*/ 0 h 2909335"/>
                <a:gd name="connsiteX2" fmla="*/ 2423093 w 4316788"/>
                <a:gd name="connsiteY2" fmla="*/ 167077 h 2909335"/>
                <a:gd name="connsiteX3" fmla="*/ 3605696 w 4316788"/>
                <a:gd name="connsiteY3" fmla="*/ 890677 h 2909335"/>
                <a:gd name="connsiteX4" fmla="*/ 4164047 w 4316788"/>
                <a:gd name="connsiteY4" fmla="*/ 1319555 h 2909335"/>
                <a:gd name="connsiteX5" fmla="*/ 4269243 w 4316788"/>
                <a:gd name="connsiteY5" fmla="*/ 1922412 h 2909335"/>
                <a:gd name="connsiteX6" fmla="*/ 3492408 w 4316788"/>
                <a:gd name="connsiteY6" fmla="*/ 1845538 h 2909335"/>
                <a:gd name="connsiteX7" fmla="*/ 3039254 w 4316788"/>
                <a:gd name="connsiteY7" fmla="*/ 1424752 h 2909335"/>
                <a:gd name="connsiteX8" fmla="*/ 1857817 w 4316788"/>
                <a:gd name="connsiteY8" fmla="*/ 825941 h 2909335"/>
                <a:gd name="connsiteX9" fmla="*/ 5518 w 4316788"/>
                <a:gd name="connsiteY9" fmla="*/ 2909335 h 2909335"/>
                <a:gd name="connsiteX10" fmla="*/ 0 w 4316788"/>
                <a:gd name="connsiteY10" fmla="*/ 2143123 h 2909335"/>
                <a:gd name="connsiteX11" fmla="*/ 555376 w 4316788"/>
                <a:gd name="connsiteY11" fmla="*/ 885639 h 2909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788" h="2909335">
                  <a:moveTo>
                    <a:pt x="555376" y="885639"/>
                  </a:moveTo>
                  <a:lnTo>
                    <a:pt x="2365762" y="0"/>
                  </a:lnTo>
                  <a:lnTo>
                    <a:pt x="2423093" y="167077"/>
                  </a:lnTo>
                  <a:cubicBezTo>
                    <a:pt x="2945584" y="1407348"/>
                    <a:pt x="3194793" y="743040"/>
                    <a:pt x="3605696" y="890677"/>
                  </a:cubicBezTo>
                  <a:cubicBezTo>
                    <a:pt x="4029854" y="1043077"/>
                    <a:pt x="4053456" y="1147599"/>
                    <a:pt x="4164047" y="1319555"/>
                  </a:cubicBezTo>
                  <a:cubicBezTo>
                    <a:pt x="4274638" y="1491511"/>
                    <a:pt x="4381183" y="1834748"/>
                    <a:pt x="4269243" y="1922412"/>
                  </a:cubicBezTo>
                  <a:cubicBezTo>
                    <a:pt x="4157303" y="2010076"/>
                    <a:pt x="3697406" y="1928481"/>
                    <a:pt x="3492408" y="1845538"/>
                  </a:cubicBezTo>
                  <a:cubicBezTo>
                    <a:pt x="3287410" y="1762595"/>
                    <a:pt x="3303594" y="1687744"/>
                    <a:pt x="3039254" y="1424752"/>
                  </a:cubicBezTo>
                  <a:cubicBezTo>
                    <a:pt x="2774914" y="1161760"/>
                    <a:pt x="2585426" y="830661"/>
                    <a:pt x="1857817" y="825941"/>
                  </a:cubicBezTo>
                  <a:cubicBezTo>
                    <a:pt x="1426588" y="939925"/>
                    <a:pt x="733616" y="2179537"/>
                    <a:pt x="5518" y="2909335"/>
                  </a:cubicBezTo>
                  <a:cubicBezTo>
                    <a:pt x="3679" y="2653931"/>
                    <a:pt x="1839" y="2398527"/>
                    <a:pt x="0" y="2143123"/>
                  </a:cubicBezTo>
                  <a:cubicBezTo>
                    <a:pt x="471419" y="1241362"/>
                    <a:pt x="83957" y="1787400"/>
                    <a:pt x="555376" y="885639"/>
                  </a:cubicBezTo>
                  <a:close/>
                </a:path>
              </a:pathLst>
            </a:custGeom>
            <a:solidFill>
              <a:srgbClr val="44B2A8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 dirty="0"/>
            </a:p>
          </p:txBody>
        </p:sp>
        <p:sp>
          <p:nvSpPr>
            <p:cNvPr id="135" name="Freihandform: Form 134">
              <a:extLst>
                <a:ext uri="{FF2B5EF4-FFF2-40B4-BE49-F238E27FC236}">
                  <a16:creationId xmlns:a16="http://schemas.microsoft.com/office/drawing/2014/main" id="{D4DD89A5-CC68-4A9A-A0FB-7EB16E808C2B}"/>
                </a:ext>
              </a:extLst>
            </p:cNvPr>
            <p:cNvSpPr/>
            <p:nvPr/>
          </p:nvSpPr>
          <p:spPr>
            <a:xfrm>
              <a:off x="4151567" y="842745"/>
              <a:ext cx="1354463" cy="586996"/>
            </a:xfrm>
            <a:custGeom>
              <a:avLst/>
              <a:gdLst>
                <a:gd name="connsiteX0" fmla="*/ 317392 w 1518541"/>
                <a:gd name="connsiteY0" fmla="*/ 0 h 649696"/>
                <a:gd name="connsiteX1" fmla="*/ 1360823 w 1518541"/>
                <a:gd name="connsiteY1" fmla="*/ 4860 h 649696"/>
                <a:gd name="connsiteX2" fmla="*/ 1396215 w 1518541"/>
                <a:gd name="connsiteY2" fmla="*/ 90355 h 649696"/>
                <a:gd name="connsiteX3" fmla="*/ 1458274 w 1518541"/>
                <a:gd name="connsiteY3" fmla="*/ 605729 h 649696"/>
                <a:gd name="connsiteX4" fmla="*/ 194429 w 1518541"/>
                <a:gd name="connsiteY4" fmla="*/ 620868 h 649696"/>
                <a:gd name="connsiteX5" fmla="*/ 0 w 1518541"/>
                <a:gd name="connsiteY5" fmla="*/ 607128 h 649696"/>
                <a:gd name="connsiteX0" fmla="*/ 324649 w 1518541"/>
                <a:gd name="connsiteY0" fmla="*/ 38683 h 644836"/>
                <a:gd name="connsiteX1" fmla="*/ 1360823 w 1518541"/>
                <a:gd name="connsiteY1" fmla="*/ 0 h 644836"/>
                <a:gd name="connsiteX2" fmla="*/ 1396215 w 1518541"/>
                <a:gd name="connsiteY2" fmla="*/ 85495 h 644836"/>
                <a:gd name="connsiteX3" fmla="*/ 1458274 w 1518541"/>
                <a:gd name="connsiteY3" fmla="*/ 600869 h 644836"/>
                <a:gd name="connsiteX4" fmla="*/ 194429 w 1518541"/>
                <a:gd name="connsiteY4" fmla="*/ 616008 h 644836"/>
                <a:gd name="connsiteX5" fmla="*/ 0 w 1518541"/>
                <a:gd name="connsiteY5" fmla="*/ 602268 h 644836"/>
                <a:gd name="connsiteX6" fmla="*/ 324649 w 1518541"/>
                <a:gd name="connsiteY6" fmla="*/ 38683 h 644836"/>
                <a:gd name="connsiteX0" fmla="*/ 324649 w 1518541"/>
                <a:gd name="connsiteY0" fmla="*/ 9654 h 615807"/>
                <a:gd name="connsiteX1" fmla="*/ 1368080 w 1518541"/>
                <a:gd name="connsiteY1" fmla="*/ 0 h 615807"/>
                <a:gd name="connsiteX2" fmla="*/ 1396215 w 1518541"/>
                <a:gd name="connsiteY2" fmla="*/ 56466 h 615807"/>
                <a:gd name="connsiteX3" fmla="*/ 1458274 w 1518541"/>
                <a:gd name="connsiteY3" fmla="*/ 571840 h 615807"/>
                <a:gd name="connsiteX4" fmla="*/ 194429 w 1518541"/>
                <a:gd name="connsiteY4" fmla="*/ 586979 h 615807"/>
                <a:gd name="connsiteX5" fmla="*/ 0 w 1518541"/>
                <a:gd name="connsiteY5" fmla="*/ 573239 h 615807"/>
                <a:gd name="connsiteX6" fmla="*/ 324649 w 1518541"/>
                <a:gd name="connsiteY6" fmla="*/ 9654 h 615807"/>
                <a:gd name="connsiteX0" fmla="*/ 324649 w 1518541"/>
                <a:gd name="connsiteY0" fmla="*/ 9654 h 615807"/>
                <a:gd name="connsiteX1" fmla="*/ 1368080 w 1518541"/>
                <a:gd name="connsiteY1" fmla="*/ 0 h 615807"/>
                <a:gd name="connsiteX2" fmla="*/ 1396215 w 1518541"/>
                <a:gd name="connsiteY2" fmla="*/ 56466 h 615807"/>
                <a:gd name="connsiteX3" fmla="*/ 1458274 w 1518541"/>
                <a:gd name="connsiteY3" fmla="*/ 571840 h 615807"/>
                <a:gd name="connsiteX4" fmla="*/ 194429 w 1518541"/>
                <a:gd name="connsiteY4" fmla="*/ 586979 h 615807"/>
                <a:gd name="connsiteX5" fmla="*/ 0 w 1518541"/>
                <a:gd name="connsiteY5" fmla="*/ 573239 h 615807"/>
                <a:gd name="connsiteX6" fmla="*/ 324649 w 1518541"/>
                <a:gd name="connsiteY6" fmla="*/ 9654 h 615807"/>
                <a:gd name="connsiteX0" fmla="*/ 130220 w 1324112"/>
                <a:gd name="connsiteY0" fmla="*/ 9654 h 615807"/>
                <a:gd name="connsiteX1" fmla="*/ 1173651 w 1324112"/>
                <a:gd name="connsiteY1" fmla="*/ 0 h 615807"/>
                <a:gd name="connsiteX2" fmla="*/ 1201786 w 1324112"/>
                <a:gd name="connsiteY2" fmla="*/ 56466 h 615807"/>
                <a:gd name="connsiteX3" fmla="*/ 1263845 w 1324112"/>
                <a:gd name="connsiteY3" fmla="*/ 571840 h 615807"/>
                <a:gd name="connsiteX4" fmla="*/ 0 w 1324112"/>
                <a:gd name="connsiteY4" fmla="*/ 586979 h 615807"/>
                <a:gd name="connsiteX5" fmla="*/ 130220 w 1324112"/>
                <a:gd name="connsiteY5" fmla="*/ 9654 h 615807"/>
                <a:gd name="connsiteX0" fmla="*/ 0 w 1324112"/>
                <a:gd name="connsiteY0" fmla="*/ 586979 h 615807"/>
                <a:gd name="connsiteX1" fmla="*/ 1173651 w 1324112"/>
                <a:gd name="connsiteY1" fmla="*/ 0 h 615807"/>
                <a:gd name="connsiteX2" fmla="*/ 1201786 w 1324112"/>
                <a:gd name="connsiteY2" fmla="*/ 56466 h 615807"/>
                <a:gd name="connsiteX3" fmla="*/ 1263845 w 1324112"/>
                <a:gd name="connsiteY3" fmla="*/ 571840 h 615807"/>
                <a:gd name="connsiteX4" fmla="*/ 0 w 1324112"/>
                <a:gd name="connsiteY4" fmla="*/ 586979 h 615807"/>
                <a:gd name="connsiteX0" fmla="*/ 0 w 1324112"/>
                <a:gd name="connsiteY0" fmla="*/ 530513 h 559341"/>
                <a:gd name="connsiteX1" fmla="*/ 1201786 w 1324112"/>
                <a:gd name="connsiteY1" fmla="*/ 0 h 559341"/>
                <a:gd name="connsiteX2" fmla="*/ 1263845 w 1324112"/>
                <a:gd name="connsiteY2" fmla="*/ 515374 h 559341"/>
                <a:gd name="connsiteX3" fmla="*/ 0 w 1324112"/>
                <a:gd name="connsiteY3" fmla="*/ 530513 h 559341"/>
                <a:gd name="connsiteX0" fmla="*/ 0 w 1354463"/>
                <a:gd name="connsiteY0" fmla="*/ 560993 h 586996"/>
                <a:gd name="connsiteX1" fmla="*/ 1196706 w 1354463"/>
                <a:gd name="connsiteY1" fmla="*/ 0 h 586996"/>
                <a:gd name="connsiteX2" fmla="*/ 1258765 w 1354463"/>
                <a:gd name="connsiteY2" fmla="*/ 515374 h 586996"/>
                <a:gd name="connsiteX3" fmla="*/ 0 w 1354463"/>
                <a:gd name="connsiteY3" fmla="*/ 560993 h 586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4463" h="586996">
                  <a:moveTo>
                    <a:pt x="0" y="560993"/>
                  </a:moveTo>
                  <a:lnTo>
                    <a:pt x="1196706" y="0"/>
                  </a:lnTo>
                  <a:cubicBezTo>
                    <a:pt x="1300114" y="250275"/>
                    <a:pt x="1458216" y="421875"/>
                    <a:pt x="1258765" y="515374"/>
                  </a:cubicBezTo>
                  <a:cubicBezTo>
                    <a:pt x="1059314" y="608873"/>
                    <a:pt x="549582" y="595562"/>
                    <a:pt x="0" y="560993"/>
                  </a:cubicBezTo>
                  <a:close/>
                </a:path>
              </a:pathLst>
            </a:custGeom>
            <a:solidFill>
              <a:srgbClr val="3A988F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 dirty="0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7E20E15A-0941-4D66-BAF7-06835C06670F}"/>
                </a:ext>
              </a:extLst>
            </p:cNvPr>
            <p:cNvSpPr/>
            <p:nvPr/>
          </p:nvSpPr>
          <p:spPr>
            <a:xfrm>
              <a:off x="3132165" y="1881252"/>
              <a:ext cx="5413409" cy="4479131"/>
            </a:xfrm>
            <a:custGeom>
              <a:avLst/>
              <a:gdLst>
                <a:gd name="connsiteX0" fmla="*/ 2037697 w 5245811"/>
                <a:gd name="connsiteY0" fmla="*/ 729 h 4320199"/>
                <a:gd name="connsiteX1" fmla="*/ 3850943 w 5245811"/>
                <a:gd name="connsiteY1" fmla="*/ 1837426 h 4320199"/>
                <a:gd name="connsiteX2" fmla="*/ 5093963 w 5245811"/>
                <a:gd name="connsiteY2" fmla="*/ 2164181 h 4320199"/>
                <a:gd name="connsiteX3" fmla="*/ 5245811 w 5245811"/>
                <a:gd name="connsiteY3" fmla="*/ 2190826 h 4320199"/>
                <a:gd name="connsiteX4" fmla="*/ 4936073 w 5245811"/>
                <a:gd name="connsiteY4" fmla="*/ 2794888 h 4320199"/>
                <a:gd name="connsiteX5" fmla="*/ 4936072 w 5245811"/>
                <a:gd name="connsiteY5" fmla="*/ 2794888 h 4320199"/>
                <a:gd name="connsiteX6" fmla="*/ 4153952 w 5245811"/>
                <a:gd name="connsiteY6" fmla="*/ 4320199 h 4320199"/>
                <a:gd name="connsiteX7" fmla="*/ 985890 w 5245811"/>
                <a:gd name="connsiteY7" fmla="*/ 4311498 h 4320199"/>
                <a:gd name="connsiteX8" fmla="*/ 262898 w 5245811"/>
                <a:gd name="connsiteY8" fmla="*/ 2878279 h 4320199"/>
                <a:gd name="connsiteX9" fmla="*/ 262899 w 5245811"/>
                <a:gd name="connsiteY9" fmla="*/ 2878279 h 4320199"/>
                <a:gd name="connsiteX10" fmla="*/ 0 w 5245811"/>
                <a:gd name="connsiteY10" fmla="*/ 2357121 h 4320199"/>
                <a:gd name="connsiteX11" fmla="*/ 230425 w 5245811"/>
                <a:gd name="connsiteY11" fmla="*/ 1984380 h 4320199"/>
                <a:gd name="connsiteX12" fmla="*/ 1906336 w 5245811"/>
                <a:gd name="connsiteY12" fmla="*/ 13040 h 4320199"/>
                <a:gd name="connsiteX13" fmla="*/ 2037697 w 5245811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936073 w 5187300"/>
                <a:gd name="connsiteY4" fmla="*/ 2794888 h 4320199"/>
                <a:gd name="connsiteX5" fmla="*/ 4936072 w 5187300"/>
                <a:gd name="connsiteY5" fmla="*/ 279488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936073 w 5187300"/>
                <a:gd name="connsiteY4" fmla="*/ 2794888 h 4320199"/>
                <a:gd name="connsiteX5" fmla="*/ 4895250 w 5187300"/>
                <a:gd name="connsiteY5" fmla="*/ 279352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20199"/>
                <a:gd name="connsiteX1" fmla="*/ 3850943 w 5187300"/>
                <a:gd name="connsiteY1" fmla="*/ 1837426 h 4320199"/>
                <a:gd name="connsiteX2" fmla="*/ 5093963 w 5187300"/>
                <a:gd name="connsiteY2" fmla="*/ 2164181 h 4320199"/>
                <a:gd name="connsiteX3" fmla="*/ 5187300 w 5187300"/>
                <a:gd name="connsiteY3" fmla="*/ 2177219 h 4320199"/>
                <a:gd name="connsiteX4" fmla="*/ 4895251 w 5187300"/>
                <a:gd name="connsiteY4" fmla="*/ 2797609 h 4320199"/>
                <a:gd name="connsiteX5" fmla="*/ 4895250 w 5187300"/>
                <a:gd name="connsiteY5" fmla="*/ 2793528 h 4320199"/>
                <a:gd name="connsiteX6" fmla="*/ 4153952 w 5187300"/>
                <a:gd name="connsiteY6" fmla="*/ 4320199 h 4320199"/>
                <a:gd name="connsiteX7" fmla="*/ 985890 w 5187300"/>
                <a:gd name="connsiteY7" fmla="*/ 4311498 h 4320199"/>
                <a:gd name="connsiteX8" fmla="*/ 262898 w 5187300"/>
                <a:gd name="connsiteY8" fmla="*/ 2878279 h 4320199"/>
                <a:gd name="connsiteX9" fmla="*/ 262899 w 5187300"/>
                <a:gd name="connsiteY9" fmla="*/ 2878279 h 4320199"/>
                <a:gd name="connsiteX10" fmla="*/ 0 w 5187300"/>
                <a:gd name="connsiteY10" fmla="*/ 2357121 h 4320199"/>
                <a:gd name="connsiteX11" fmla="*/ 230425 w 5187300"/>
                <a:gd name="connsiteY11" fmla="*/ 1984380 h 4320199"/>
                <a:gd name="connsiteX12" fmla="*/ 1906336 w 5187300"/>
                <a:gd name="connsiteY12" fmla="*/ 13040 h 4320199"/>
                <a:gd name="connsiteX13" fmla="*/ 2037697 w 5187300"/>
                <a:gd name="connsiteY13" fmla="*/ 729 h 4320199"/>
                <a:gd name="connsiteX0" fmla="*/ 2037697 w 5187300"/>
                <a:gd name="connsiteY0" fmla="*/ 729 h 4311498"/>
                <a:gd name="connsiteX1" fmla="*/ 3850943 w 5187300"/>
                <a:gd name="connsiteY1" fmla="*/ 1837426 h 4311498"/>
                <a:gd name="connsiteX2" fmla="*/ 5093963 w 5187300"/>
                <a:gd name="connsiteY2" fmla="*/ 2164181 h 4311498"/>
                <a:gd name="connsiteX3" fmla="*/ 5187300 w 5187300"/>
                <a:gd name="connsiteY3" fmla="*/ 2177219 h 4311498"/>
                <a:gd name="connsiteX4" fmla="*/ 4895251 w 5187300"/>
                <a:gd name="connsiteY4" fmla="*/ 2797609 h 4311498"/>
                <a:gd name="connsiteX5" fmla="*/ 4895250 w 5187300"/>
                <a:gd name="connsiteY5" fmla="*/ 2793528 h 4311498"/>
                <a:gd name="connsiteX6" fmla="*/ 4132180 w 5187300"/>
                <a:gd name="connsiteY6" fmla="*/ 4291171 h 4311498"/>
                <a:gd name="connsiteX7" fmla="*/ 985890 w 5187300"/>
                <a:gd name="connsiteY7" fmla="*/ 4311498 h 4311498"/>
                <a:gd name="connsiteX8" fmla="*/ 262898 w 5187300"/>
                <a:gd name="connsiteY8" fmla="*/ 2878279 h 4311498"/>
                <a:gd name="connsiteX9" fmla="*/ 262899 w 5187300"/>
                <a:gd name="connsiteY9" fmla="*/ 2878279 h 4311498"/>
                <a:gd name="connsiteX10" fmla="*/ 0 w 5187300"/>
                <a:gd name="connsiteY10" fmla="*/ 2357121 h 4311498"/>
                <a:gd name="connsiteX11" fmla="*/ 230425 w 5187300"/>
                <a:gd name="connsiteY11" fmla="*/ 1984380 h 4311498"/>
                <a:gd name="connsiteX12" fmla="*/ 1906336 w 5187300"/>
                <a:gd name="connsiteY12" fmla="*/ 13040 h 4311498"/>
                <a:gd name="connsiteX13" fmla="*/ 2037697 w 5187300"/>
                <a:gd name="connsiteY13" fmla="*/ 729 h 4311498"/>
                <a:gd name="connsiteX0" fmla="*/ 2037697 w 5187300"/>
                <a:gd name="connsiteY0" fmla="*/ 729 h 4291171"/>
                <a:gd name="connsiteX1" fmla="*/ 3850943 w 5187300"/>
                <a:gd name="connsiteY1" fmla="*/ 1837426 h 4291171"/>
                <a:gd name="connsiteX2" fmla="*/ 5093963 w 5187300"/>
                <a:gd name="connsiteY2" fmla="*/ 2164181 h 4291171"/>
                <a:gd name="connsiteX3" fmla="*/ 5187300 w 5187300"/>
                <a:gd name="connsiteY3" fmla="*/ 2177219 h 4291171"/>
                <a:gd name="connsiteX4" fmla="*/ 4895251 w 5187300"/>
                <a:gd name="connsiteY4" fmla="*/ 2797609 h 4291171"/>
                <a:gd name="connsiteX5" fmla="*/ 4895250 w 5187300"/>
                <a:gd name="connsiteY5" fmla="*/ 2793528 h 4291171"/>
                <a:gd name="connsiteX6" fmla="*/ 4132180 w 5187300"/>
                <a:gd name="connsiteY6" fmla="*/ 4291171 h 4291171"/>
                <a:gd name="connsiteX7" fmla="*/ 1018547 w 5187300"/>
                <a:gd name="connsiteY7" fmla="*/ 4267955 h 4291171"/>
                <a:gd name="connsiteX8" fmla="*/ 262898 w 5187300"/>
                <a:gd name="connsiteY8" fmla="*/ 2878279 h 4291171"/>
                <a:gd name="connsiteX9" fmla="*/ 262899 w 5187300"/>
                <a:gd name="connsiteY9" fmla="*/ 2878279 h 4291171"/>
                <a:gd name="connsiteX10" fmla="*/ 0 w 5187300"/>
                <a:gd name="connsiteY10" fmla="*/ 2357121 h 4291171"/>
                <a:gd name="connsiteX11" fmla="*/ 230425 w 5187300"/>
                <a:gd name="connsiteY11" fmla="*/ 1984380 h 4291171"/>
                <a:gd name="connsiteX12" fmla="*/ 1906336 w 5187300"/>
                <a:gd name="connsiteY12" fmla="*/ 13040 h 4291171"/>
                <a:gd name="connsiteX13" fmla="*/ 2037697 w 5187300"/>
                <a:gd name="connsiteY13" fmla="*/ 729 h 4291171"/>
                <a:gd name="connsiteX0" fmla="*/ 2037697 w 5268580"/>
                <a:gd name="connsiteY0" fmla="*/ 729 h 4291171"/>
                <a:gd name="connsiteX1" fmla="*/ 3850943 w 5268580"/>
                <a:gd name="connsiteY1" fmla="*/ 1837426 h 4291171"/>
                <a:gd name="connsiteX2" fmla="*/ 5093963 w 5268580"/>
                <a:gd name="connsiteY2" fmla="*/ 2164181 h 4291171"/>
                <a:gd name="connsiteX3" fmla="*/ 5268580 w 5268580"/>
                <a:gd name="connsiteY3" fmla="*/ 2182299 h 4291171"/>
                <a:gd name="connsiteX4" fmla="*/ 4895251 w 5268580"/>
                <a:gd name="connsiteY4" fmla="*/ 2797609 h 4291171"/>
                <a:gd name="connsiteX5" fmla="*/ 4895250 w 5268580"/>
                <a:gd name="connsiteY5" fmla="*/ 2793528 h 4291171"/>
                <a:gd name="connsiteX6" fmla="*/ 4132180 w 5268580"/>
                <a:gd name="connsiteY6" fmla="*/ 4291171 h 4291171"/>
                <a:gd name="connsiteX7" fmla="*/ 1018547 w 5268580"/>
                <a:gd name="connsiteY7" fmla="*/ 4267955 h 4291171"/>
                <a:gd name="connsiteX8" fmla="*/ 262898 w 5268580"/>
                <a:gd name="connsiteY8" fmla="*/ 2878279 h 4291171"/>
                <a:gd name="connsiteX9" fmla="*/ 262899 w 5268580"/>
                <a:gd name="connsiteY9" fmla="*/ 2878279 h 4291171"/>
                <a:gd name="connsiteX10" fmla="*/ 0 w 5268580"/>
                <a:gd name="connsiteY10" fmla="*/ 2357121 h 4291171"/>
                <a:gd name="connsiteX11" fmla="*/ 230425 w 5268580"/>
                <a:gd name="connsiteY11" fmla="*/ 1984380 h 4291171"/>
                <a:gd name="connsiteX12" fmla="*/ 1906336 w 5268580"/>
                <a:gd name="connsiteY12" fmla="*/ 13040 h 4291171"/>
                <a:gd name="connsiteX13" fmla="*/ 2037697 w 5268580"/>
                <a:gd name="connsiteY13" fmla="*/ 729 h 4291171"/>
                <a:gd name="connsiteX0" fmla="*/ 2037697 w 5271170"/>
                <a:gd name="connsiteY0" fmla="*/ 729 h 4291171"/>
                <a:gd name="connsiteX1" fmla="*/ 3850943 w 5271170"/>
                <a:gd name="connsiteY1" fmla="*/ 1837426 h 4291171"/>
                <a:gd name="connsiteX2" fmla="*/ 5093963 w 5271170"/>
                <a:gd name="connsiteY2" fmla="*/ 2164181 h 4291171"/>
                <a:gd name="connsiteX3" fmla="*/ 5268580 w 5271170"/>
                <a:gd name="connsiteY3" fmla="*/ 2182299 h 4291171"/>
                <a:gd name="connsiteX4" fmla="*/ 4895251 w 5271170"/>
                <a:gd name="connsiteY4" fmla="*/ 2797609 h 4291171"/>
                <a:gd name="connsiteX5" fmla="*/ 5271170 w 5271170"/>
                <a:gd name="connsiteY5" fmla="*/ 3179608 h 4291171"/>
                <a:gd name="connsiteX6" fmla="*/ 4132180 w 5271170"/>
                <a:gd name="connsiteY6" fmla="*/ 4291171 h 4291171"/>
                <a:gd name="connsiteX7" fmla="*/ 1018547 w 5271170"/>
                <a:gd name="connsiteY7" fmla="*/ 4267955 h 4291171"/>
                <a:gd name="connsiteX8" fmla="*/ 262898 w 5271170"/>
                <a:gd name="connsiteY8" fmla="*/ 2878279 h 4291171"/>
                <a:gd name="connsiteX9" fmla="*/ 262899 w 5271170"/>
                <a:gd name="connsiteY9" fmla="*/ 2878279 h 4291171"/>
                <a:gd name="connsiteX10" fmla="*/ 0 w 5271170"/>
                <a:gd name="connsiteY10" fmla="*/ 2357121 h 4291171"/>
                <a:gd name="connsiteX11" fmla="*/ 230425 w 5271170"/>
                <a:gd name="connsiteY11" fmla="*/ 1984380 h 4291171"/>
                <a:gd name="connsiteX12" fmla="*/ 1906336 w 5271170"/>
                <a:gd name="connsiteY12" fmla="*/ 13040 h 4291171"/>
                <a:gd name="connsiteX13" fmla="*/ 2037697 w 5271170"/>
                <a:gd name="connsiteY13" fmla="*/ 729 h 4291171"/>
                <a:gd name="connsiteX0" fmla="*/ 2037697 w 5308041"/>
                <a:gd name="connsiteY0" fmla="*/ 729 h 4291171"/>
                <a:gd name="connsiteX1" fmla="*/ 3850943 w 5308041"/>
                <a:gd name="connsiteY1" fmla="*/ 1837426 h 4291171"/>
                <a:gd name="connsiteX2" fmla="*/ 5093963 w 5308041"/>
                <a:gd name="connsiteY2" fmla="*/ 2164181 h 4291171"/>
                <a:gd name="connsiteX3" fmla="*/ 5268580 w 5308041"/>
                <a:gd name="connsiteY3" fmla="*/ 2182299 h 4291171"/>
                <a:gd name="connsiteX4" fmla="*/ 5281331 w 5308041"/>
                <a:gd name="connsiteY4" fmla="*/ 2853489 h 4291171"/>
                <a:gd name="connsiteX5" fmla="*/ 5271170 w 5308041"/>
                <a:gd name="connsiteY5" fmla="*/ 3179608 h 4291171"/>
                <a:gd name="connsiteX6" fmla="*/ 4132180 w 5308041"/>
                <a:gd name="connsiteY6" fmla="*/ 4291171 h 4291171"/>
                <a:gd name="connsiteX7" fmla="*/ 1018547 w 5308041"/>
                <a:gd name="connsiteY7" fmla="*/ 4267955 h 4291171"/>
                <a:gd name="connsiteX8" fmla="*/ 262898 w 5308041"/>
                <a:gd name="connsiteY8" fmla="*/ 2878279 h 4291171"/>
                <a:gd name="connsiteX9" fmla="*/ 262899 w 5308041"/>
                <a:gd name="connsiteY9" fmla="*/ 2878279 h 4291171"/>
                <a:gd name="connsiteX10" fmla="*/ 0 w 5308041"/>
                <a:gd name="connsiteY10" fmla="*/ 2357121 h 4291171"/>
                <a:gd name="connsiteX11" fmla="*/ 230425 w 5308041"/>
                <a:gd name="connsiteY11" fmla="*/ 1984380 h 4291171"/>
                <a:gd name="connsiteX12" fmla="*/ 1906336 w 5308041"/>
                <a:gd name="connsiteY12" fmla="*/ 13040 h 4291171"/>
                <a:gd name="connsiteX13" fmla="*/ 2037697 w 5308041"/>
                <a:gd name="connsiteY13" fmla="*/ 729 h 4291171"/>
                <a:gd name="connsiteX0" fmla="*/ 2037697 w 5361543"/>
                <a:gd name="connsiteY0" fmla="*/ 729 h 4291171"/>
                <a:gd name="connsiteX1" fmla="*/ 3850943 w 5361543"/>
                <a:gd name="connsiteY1" fmla="*/ 1837426 h 4291171"/>
                <a:gd name="connsiteX2" fmla="*/ 5093963 w 5361543"/>
                <a:gd name="connsiteY2" fmla="*/ 2164181 h 4291171"/>
                <a:gd name="connsiteX3" fmla="*/ 5268580 w 5361543"/>
                <a:gd name="connsiteY3" fmla="*/ 2182299 h 4291171"/>
                <a:gd name="connsiteX4" fmla="*/ 5271170 w 5361543"/>
                <a:gd name="connsiteY4" fmla="*/ 3179608 h 4291171"/>
                <a:gd name="connsiteX5" fmla="*/ 4132180 w 5361543"/>
                <a:gd name="connsiteY5" fmla="*/ 4291171 h 4291171"/>
                <a:gd name="connsiteX6" fmla="*/ 1018547 w 5361543"/>
                <a:gd name="connsiteY6" fmla="*/ 4267955 h 4291171"/>
                <a:gd name="connsiteX7" fmla="*/ 262898 w 5361543"/>
                <a:gd name="connsiteY7" fmla="*/ 2878279 h 4291171"/>
                <a:gd name="connsiteX8" fmla="*/ 262899 w 5361543"/>
                <a:gd name="connsiteY8" fmla="*/ 2878279 h 4291171"/>
                <a:gd name="connsiteX9" fmla="*/ 0 w 5361543"/>
                <a:gd name="connsiteY9" fmla="*/ 2357121 h 4291171"/>
                <a:gd name="connsiteX10" fmla="*/ 230425 w 5361543"/>
                <a:gd name="connsiteY10" fmla="*/ 1984380 h 4291171"/>
                <a:gd name="connsiteX11" fmla="*/ 1906336 w 5361543"/>
                <a:gd name="connsiteY11" fmla="*/ 13040 h 4291171"/>
                <a:gd name="connsiteX12" fmla="*/ 2037697 w 5361543"/>
                <a:gd name="connsiteY12" fmla="*/ 729 h 4291171"/>
                <a:gd name="connsiteX0" fmla="*/ 2037697 w 5361543"/>
                <a:gd name="connsiteY0" fmla="*/ 729 h 4291171"/>
                <a:gd name="connsiteX1" fmla="*/ 3850943 w 5361543"/>
                <a:gd name="connsiteY1" fmla="*/ 1837426 h 4291171"/>
                <a:gd name="connsiteX2" fmla="*/ 5093963 w 5361543"/>
                <a:gd name="connsiteY2" fmla="*/ 2164181 h 4291171"/>
                <a:gd name="connsiteX3" fmla="*/ 5268580 w 5361543"/>
                <a:gd name="connsiteY3" fmla="*/ 2182299 h 4291171"/>
                <a:gd name="connsiteX4" fmla="*/ 5271170 w 5361543"/>
                <a:gd name="connsiteY4" fmla="*/ 3179608 h 4291171"/>
                <a:gd name="connsiteX5" fmla="*/ 4132180 w 5361543"/>
                <a:gd name="connsiteY5" fmla="*/ 4291171 h 4291171"/>
                <a:gd name="connsiteX6" fmla="*/ 1018547 w 5361543"/>
                <a:gd name="connsiteY6" fmla="*/ 4267955 h 4291171"/>
                <a:gd name="connsiteX7" fmla="*/ 262898 w 5361543"/>
                <a:gd name="connsiteY7" fmla="*/ 2878279 h 4291171"/>
                <a:gd name="connsiteX8" fmla="*/ 262899 w 5361543"/>
                <a:gd name="connsiteY8" fmla="*/ 2878279 h 4291171"/>
                <a:gd name="connsiteX9" fmla="*/ 0 w 5361543"/>
                <a:gd name="connsiteY9" fmla="*/ 2357121 h 4291171"/>
                <a:gd name="connsiteX10" fmla="*/ 230425 w 5361543"/>
                <a:gd name="connsiteY10" fmla="*/ 1984380 h 4291171"/>
                <a:gd name="connsiteX11" fmla="*/ 1906336 w 5361543"/>
                <a:gd name="connsiteY11" fmla="*/ 13040 h 4291171"/>
                <a:gd name="connsiteX12" fmla="*/ 2037697 w 5361543"/>
                <a:gd name="connsiteY12" fmla="*/ 729 h 4291171"/>
                <a:gd name="connsiteX0" fmla="*/ 2037697 w 5278796"/>
                <a:gd name="connsiteY0" fmla="*/ 729 h 4291171"/>
                <a:gd name="connsiteX1" fmla="*/ 3850943 w 5278796"/>
                <a:gd name="connsiteY1" fmla="*/ 1837426 h 4291171"/>
                <a:gd name="connsiteX2" fmla="*/ 5093963 w 5278796"/>
                <a:gd name="connsiteY2" fmla="*/ 2164181 h 4291171"/>
                <a:gd name="connsiteX3" fmla="*/ 5268580 w 5278796"/>
                <a:gd name="connsiteY3" fmla="*/ 2182299 h 4291171"/>
                <a:gd name="connsiteX4" fmla="*/ 5271170 w 5278796"/>
                <a:gd name="connsiteY4" fmla="*/ 3179608 h 4291171"/>
                <a:gd name="connsiteX5" fmla="*/ 4132180 w 5278796"/>
                <a:gd name="connsiteY5" fmla="*/ 4291171 h 4291171"/>
                <a:gd name="connsiteX6" fmla="*/ 1018547 w 5278796"/>
                <a:gd name="connsiteY6" fmla="*/ 4267955 h 4291171"/>
                <a:gd name="connsiteX7" fmla="*/ 262898 w 5278796"/>
                <a:gd name="connsiteY7" fmla="*/ 2878279 h 4291171"/>
                <a:gd name="connsiteX8" fmla="*/ 262899 w 5278796"/>
                <a:gd name="connsiteY8" fmla="*/ 2878279 h 4291171"/>
                <a:gd name="connsiteX9" fmla="*/ 0 w 5278796"/>
                <a:gd name="connsiteY9" fmla="*/ 2357121 h 4291171"/>
                <a:gd name="connsiteX10" fmla="*/ 230425 w 5278796"/>
                <a:gd name="connsiteY10" fmla="*/ 1984380 h 4291171"/>
                <a:gd name="connsiteX11" fmla="*/ 1906336 w 5278796"/>
                <a:gd name="connsiteY11" fmla="*/ 13040 h 4291171"/>
                <a:gd name="connsiteX12" fmla="*/ 2037697 w 5278796"/>
                <a:gd name="connsiteY12" fmla="*/ 729 h 4291171"/>
                <a:gd name="connsiteX0" fmla="*/ 2037697 w 5278796"/>
                <a:gd name="connsiteY0" fmla="*/ 729 h 4479131"/>
                <a:gd name="connsiteX1" fmla="*/ 3850943 w 5278796"/>
                <a:gd name="connsiteY1" fmla="*/ 1837426 h 4479131"/>
                <a:gd name="connsiteX2" fmla="*/ 5093963 w 5278796"/>
                <a:gd name="connsiteY2" fmla="*/ 2164181 h 4479131"/>
                <a:gd name="connsiteX3" fmla="*/ 5268580 w 5278796"/>
                <a:gd name="connsiteY3" fmla="*/ 2182299 h 4479131"/>
                <a:gd name="connsiteX4" fmla="*/ 5271170 w 5278796"/>
                <a:gd name="connsiteY4" fmla="*/ 3179608 h 4479131"/>
                <a:gd name="connsiteX5" fmla="*/ 2592940 w 5278796"/>
                <a:gd name="connsiteY5" fmla="*/ 4479131 h 4479131"/>
                <a:gd name="connsiteX6" fmla="*/ 1018547 w 5278796"/>
                <a:gd name="connsiteY6" fmla="*/ 4267955 h 4479131"/>
                <a:gd name="connsiteX7" fmla="*/ 262898 w 5278796"/>
                <a:gd name="connsiteY7" fmla="*/ 2878279 h 4479131"/>
                <a:gd name="connsiteX8" fmla="*/ 262899 w 5278796"/>
                <a:gd name="connsiteY8" fmla="*/ 2878279 h 4479131"/>
                <a:gd name="connsiteX9" fmla="*/ 0 w 5278796"/>
                <a:gd name="connsiteY9" fmla="*/ 2357121 h 4479131"/>
                <a:gd name="connsiteX10" fmla="*/ 230425 w 5278796"/>
                <a:gd name="connsiteY10" fmla="*/ 1984380 h 4479131"/>
                <a:gd name="connsiteX11" fmla="*/ 1906336 w 5278796"/>
                <a:gd name="connsiteY11" fmla="*/ 13040 h 4479131"/>
                <a:gd name="connsiteX12" fmla="*/ 2037697 w 5278796"/>
                <a:gd name="connsiteY12" fmla="*/ 729 h 4479131"/>
                <a:gd name="connsiteX0" fmla="*/ 2172310 w 5413409"/>
                <a:gd name="connsiteY0" fmla="*/ 729 h 4479131"/>
                <a:gd name="connsiteX1" fmla="*/ 3985556 w 5413409"/>
                <a:gd name="connsiteY1" fmla="*/ 1837426 h 4479131"/>
                <a:gd name="connsiteX2" fmla="*/ 5228576 w 5413409"/>
                <a:gd name="connsiteY2" fmla="*/ 2164181 h 4479131"/>
                <a:gd name="connsiteX3" fmla="*/ 5403193 w 5413409"/>
                <a:gd name="connsiteY3" fmla="*/ 2182299 h 4479131"/>
                <a:gd name="connsiteX4" fmla="*/ 5405783 w 5413409"/>
                <a:gd name="connsiteY4" fmla="*/ 3179608 h 4479131"/>
                <a:gd name="connsiteX5" fmla="*/ 2727553 w 5413409"/>
                <a:gd name="connsiteY5" fmla="*/ 4479131 h 4479131"/>
                <a:gd name="connsiteX6" fmla="*/ 0 w 5413409"/>
                <a:gd name="connsiteY6" fmla="*/ 3190995 h 4479131"/>
                <a:gd name="connsiteX7" fmla="*/ 397511 w 5413409"/>
                <a:gd name="connsiteY7" fmla="*/ 2878279 h 4479131"/>
                <a:gd name="connsiteX8" fmla="*/ 397512 w 5413409"/>
                <a:gd name="connsiteY8" fmla="*/ 2878279 h 4479131"/>
                <a:gd name="connsiteX9" fmla="*/ 134613 w 5413409"/>
                <a:gd name="connsiteY9" fmla="*/ 2357121 h 4479131"/>
                <a:gd name="connsiteX10" fmla="*/ 365038 w 5413409"/>
                <a:gd name="connsiteY10" fmla="*/ 1984380 h 4479131"/>
                <a:gd name="connsiteX11" fmla="*/ 2040949 w 5413409"/>
                <a:gd name="connsiteY11" fmla="*/ 13040 h 4479131"/>
                <a:gd name="connsiteX12" fmla="*/ 2172310 w 5413409"/>
                <a:gd name="connsiteY12" fmla="*/ 729 h 4479131"/>
                <a:gd name="connsiteX0" fmla="*/ 2172310 w 5413409"/>
                <a:gd name="connsiteY0" fmla="*/ 729 h 4479131"/>
                <a:gd name="connsiteX1" fmla="*/ 3985556 w 5413409"/>
                <a:gd name="connsiteY1" fmla="*/ 1837426 h 4479131"/>
                <a:gd name="connsiteX2" fmla="*/ 5228576 w 5413409"/>
                <a:gd name="connsiteY2" fmla="*/ 2164181 h 4479131"/>
                <a:gd name="connsiteX3" fmla="*/ 5403193 w 5413409"/>
                <a:gd name="connsiteY3" fmla="*/ 2182299 h 4479131"/>
                <a:gd name="connsiteX4" fmla="*/ 5405783 w 5413409"/>
                <a:gd name="connsiteY4" fmla="*/ 3179608 h 4479131"/>
                <a:gd name="connsiteX5" fmla="*/ 2727553 w 5413409"/>
                <a:gd name="connsiteY5" fmla="*/ 4479131 h 4479131"/>
                <a:gd name="connsiteX6" fmla="*/ 0 w 5413409"/>
                <a:gd name="connsiteY6" fmla="*/ 3190995 h 4479131"/>
                <a:gd name="connsiteX7" fmla="*/ 397511 w 5413409"/>
                <a:gd name="connsiteY7" fmla="*/ 2878279 h 4479131"/>
                <a:gd name="connsiteX8" fmla="*/ 6352 w 5413409"/>
                <a:gd name="connsiteY8" fmla="*/ 2497279 h 4479131"/>
                <a:gd name="connsiteX9" fmla="*/ 134613 w 5413409"/>
                <a:gd name="connsiteY9" fmla="*/ 2357121 h 4479131"/>
                <a:gd name="connsiteX10" fmla="*/ 365038 w 5413409"/>
                <a:gd name="connsiteY10" fmla="*/ 1984380 h 4479131"/>
                <a:gd name="connsiteX11" fmla="*/ 2040949 w 5413409"/>
                <a:gd name="connsiteY11" fmla="*/ 13040 h 4479131"/>
                <a:gd name="connsiteX12" fmla="*/ 2172310 w 5413409"/>
                <a:gd name="connsiteY12" fmla="*/ 729 h 4479131"/>
                <a:gd name="connsiteX0" fmla="*/ 2172310 w 5413409"/>
                <a:gd name="connsiteY0" fmla="*/ 729 h 4479131"/>
                <a:gd name="connsiteX1" fmla="*/ 3985556 w 5413409"/>
                <a:gd name="connsiteY1" fmla="*/ 1837426 h 4479131"/>
                <a:gd name="connsiteX2" fmla="*/ 5228576 w 5413409"/>
                <a:gd name="connsiteY2" fmla="*/ 2164181 h 4479131"/>
                <a:gd name="connsiteX3" fmla="*/ 5403193 w 5413409"/>
                <a:gd name="connsiteY3" fmla="*/ 2182299 h 4479131"/>
                <a:gd name="connsiteX4" fmla="*/ 5405783 w 5413409"/>
                <a:gd name="connsiteY4" fmla="*/ 3179608 h 4479131"/>
                <a:gd name="connsiteX5" fmla="*/ 2727553 w 5413409"/>
                <a:gd name="connsiteY5" fmla="*/ 4479131 h 4479131"/>
                <a:gd name="connsiteX6" fmla="*/ 0 w 5413409"/>
                <a:gd name="connsiteY6" fmla="*/ 3190995 h 4479131"/>
                <a:gd name="connsiteX7" fmla="*/ 397511 w 5413409"/>
                <a:gd name="connsiteY7" fmla="*/ 2878279 h 4479131"/>
                <a:gd name="connsiteX8" fmla="*/ 6352 w 5413409"/>
                <a:gd name="connsiteY8" fmla="*/ 2497279 h 4479131"/>
                <a:gd name="connsiteX9" fmla="*/ 134613 w 5413409"/>
                <a:gd name="connsiteY9" fmla="*/ 2357121 h 4479131"/>
                <a:gd name="connsiteX10" fmla="*/ 365038 w 5413409"/>
                <a:gd name="connsiteY10" fmla="*/ 1984380 h 4479131"/>
                <a:gd name="connsiteX11" fmla="*/ 2040949 w 5413409"/>
                <a:gd name="connsiteY11" fmla="*/ 13040 h 4479131"/>
                <a:gd name="connsiteX12" fmla="*/ 2172310 w 5413409"/>
                <a:gd name="connsiteY12" fmla="*/ 729 h 4479131"/>
                <a:gd name="connsiteX0" fmla="*/ 2172310 w 5413409"/>
                <a:gd name="connsiteY0" fmla="*/ 729 h 4479131"/>
                <a:gd name="connsiteX1" fmla="*/ 3985556 w 5413409"/>
                <a:gd name="connsiteY1" fmla="*/ 1837426 h 4479131"/>
                <a:gd name="connsiteX2" fmla="*/ 5228576 w 5413409"/>
                <a:gd name="connsiteY2" fmla="*/ 2164181 h 4479131"/>
                <a:gd name="connsiteX3" fmla="*/ 5403193 w 5413409"/>
                <a:gd name="connsiteY3" fmla="*/ 2182299 h 4479131"/>
                <a:gd name="connsiteX4" fmla="*/ 5405783 w 5413409"/>
                <a:gd name="connsiteY4" fmla="*/ 3179608 h 4479131"/>
                <a:gd name="connsiteX5" fmla="*/ 2727553 w 5413409"/>
                <a:gd name="connsiteY5" fmla="*/ 4479131 h 4479131"/>
                <a:gd name="connsiteX6" fmla="*/ 0 w 5413409"/>
                <a:gd name="connsiteY6" fmla="*/ 3190995 h 4479131"/>
                <a:gd name="connsiteX7" fmla="*/ 473711 w 5413409"/>
                <a:gd name="connsiteY7" fmla="*/ 2857959 h 4479131"/>
                <a:gd name="connsiteX8" fmla="*/ 6352 w 5413409"/>
                <a:gd name="connsiteY8" fmla="*/ 2497279 h 4479131"/>
                <a:gd name="connsiteX9" fmla="*/ 134613 w 5413409"/>
                <a:gd name="connsiteY9" fmla="*/ 2357121 h 4479131"/>
                <a:gd name="connsiteX10" fmla="*/ 365038 w 5413409"/>
                <a:gd name="connsiteY10" fmla="*/ 1984380 h 4479131"/>
                <a:gd name="connsiteX11" fmla="*/ 2040949 w 5413409"/>
                <a:gd name="connsiteY11" fmla="*/ 13040 h 4479131"/>
                <a:gd name="connsiteX12" fmla="*/ 2172310 w 5413409"/>
                <a:gd name="connsiteY12" fmla="*/ 729 h 4479131"/>
                <a:gd name="connsiteX0" fmla="*/ 2172310 w 5413409"/>
                <a:gd name="connsiteY0" fmla="*/ 729 h 4479131"/>
                <a:gd name="connsiteX1" fmla="*/ 3985556 w 5413409"/>
                <a:gd name="connsiteY1" fmla="*/ 1837426 h 4479131"/>
                <a:gd name="connsiteX2" fmla="*/ 5228576 w 5413409"/>
                <a:gd name="connsiteY2" fmla="*/ 2164181 h 4479131"/>
                <a:gd name="connsiteX3" fmla="*/ 5403193 w 5413409"/>
                <a:gd name="connsiteY3" fmla="*/ 2182299 h 4479131"/>
                <a:gd name="connsiteX4" fmla="*/ 5405783 w 5413409"/>
                <a:gd name="connsiteY4" fmla="*/ 3179608 h 4479131"/>
                <a:gd name="connsiteX5" fmla="*/ 2727553 w 5413409"/>
                <a:gd name="connsiteY5" fmla="*/ 4479131 h 4479131"/>
                <a:gd name="connsiteX6" fmla="*/ 0 w 5413409"/>
                <a:gd name="connsiteY6" fmla="*/ 3190995 h 4479131"/>
                <a:gd name="connsiteX7" fmla="*/ 6352 w 5413409"/>
                <a:gd name="connsiteY7" fmla="*/ 2497279 h 4479131"/>
                <a:gd name="connsiteX8" fmla="*/ 134613 w 5413409"/>
                <a:gd name="connsiteY8" fmla="*/ 2357121 h 4479131"/>
                <a:gd name="connsiteX9" fmla="*/ 365038 w 5413409"/>
                <a:gd name="connsiteY9" fmla="*/ 1984380 h 4479131"/>
                <a:gd name="connsiteX10" fmla="*/ 2040949 w 5413409"/>
                <a:gd name="connsiteY10" fmla="*/ 13040 h 4479131"/>
                <a:gd name="connsiteX11" fmla="*/ 2172310 w 5413409"/>
                <a:gd name="connsiteY11" fmla="*/ 729 h 4479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13409" h="4479131">
                  <a:moveTo>
                    <a:pt x="2172310" y="729"/>
                  </a:moveTo>
                  <a:cubicBezTo>
                    <a:pt x="2831150" y="38139"/>
                    <a:pt x="3515169" y="1503151"/>
                    <a:pt x="3985556" y="1837426"/>
                  </a:cubicBezTo>
                  <a:cubicBezTo>
                    <a:pt x="4126673" y="1937709"/>
                    <a:pt x="4606014" y="2051989"/>
                    <a:pt x="5228576" y="2164181"/>
                  </a:cubicBezTo>
                  <a:lnTo>
                    <a:pt x="5403193" y="2182299"/>
                  </a:lnTo>
                  <a:cubicBezTo>
                    <a:pt x="5432728" y="2351537"/>
                    <a:pt x="5386903" y="2828129"/>
                    <a:pt x="5405783" y="3179608"/>
                  </a:cubicBezTo>
                  <a:lnTo>
                    <a:pt x="2727553" y="4479131"/>
                  </a:lnTo>
                  <a:lnTo>
                    <a:pt x="0" y="3190995"/>
                  </a:lnTo>
                  <a:cubicBezTo>
                    <a:pt x="2117" y="2959756"/>
                    <a:pt x="4235" y="2728518"/>
                    <a:pt x="6352" y="2497279"/>
                  </a:cubicBezTo>
                  <a:lnTo>
                    <a:pt x="134613" y="2357121"/>
                  </a:lnTo>
                  <a:lnTo>
                    <a:pt x="365038" y="1984380"/>
                  </a:lnTo>
                  <a:cubicBezTo>
                    <a:pt x="937593" y="1056633"/>
                    <a:pt x="1517412" y="144486"/>
                    <a:pt x="2040949" y="13040"/>
                  </a:cubicBezTo>
                  <a:cubicBezTo>
                    <a:pt x="2084577" y="2086"/>
                    <a:pt x="2128388" y="-1765"/>
                    <a:pt x="2172310" y="729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>
                <a:effectLst>
                  <a:glow rad="698500">
                    <a:schemeClr val="tx1"/>
                  </a:glow>
                </a:effectLst>
              </a:endParaRPr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2D831A75-F63F-4DB0-AB3F-7DCC7919A186}"/>
                </a:ext>
              </a:extLst>
            </p:cNvPr>
            <p:cNvSpPr/>
            <p:nvPr/>
          </p:nvSpPr>
          <p:spPr>
            <a:xfrm>
              <a:off x="3124261" y="2150894"/>
              <a:ext cx="5392847" cy="4254348"/>
            </a:xfrm>
            <a:custGeom>
              <a:avLst/>
              <a:gdLst>
                <a:gd name="connsiteX0" fmla="*/ 1841492 w 4973152"/>
                <a:gd name="connsiteY0" fmla="*/ 127 h 4090700"/>
                <a:gd name="connsiteX1" fmla="*/ 3656626 w 4973152"/>
                <a:gd name="connsiteY1" fmla="*/ 2040190 h 4090700"/>
                <a:gd name="connsiteX2" fmla="*/ 4836319 w 4973152"/>
                <a:gd name="connsiteY2" fmla="*/ 2286990 h 4090700"/>
                <a:gd name="connsiteX3" fmla="*/ 4973152 w 4973152"/>
                <a:gd name="connsiteY3" fmla="*/ 2290168 h 4090700"/>
                <a:gd name="connsiteX4" fmla="*/ 4559468 w 4973152"/>
                <a:gd name="connsiteY4" fmla="*/ 3096945 h 4090700"/>
                <a:gd name="connsiteX5" fmla="*/ 4559468 w 4973152"/>
                <a:gd name="connsiteY5" fmla="*/ 3096945 h 4090700"/>
                <a:gd name="connsiteX6" fmla="*/ 4049909 w 4973152"/>
                <a:gd name="connsiteY6" fmla="*/ 4090700 h 4090700"/>
                <a:gd name="connsiteX7" fmla="*/ 1112034 w 4973152"/>
                <a:gd name="connsiteY7" fmla="*/ 4082631 h 4090700"/>
                <a:gd name="connsiteX8" fmla="*/ 1112030 w 4973152"/>
                <a:gd name="connsiteY8" fmla="*/ 4082632 h 4090700"/>
                <a:gd name="connsiteX9" fmla="*/ 881847 w 4973152"/>
                <a:gd name="connsiteY9" fmla="*/ 4082000 h 4090700"/>
                <a:gd name="connsiteX10" fmla="*/ 0 w 4973152"/>
                <a:gd name="connsiteY10" fmla="*/ 2333875 h 4090700"/>
                <a:gd name="connsiteX11" fmla="*/ 87753 w 4973152"/>
                <a:gd name="connsiteY11" fmla="*/ 2173768 h 4090700"/>
                <a:gd name="connsiteX12" fmla="*/ 1609904 w 4973152"/>
                <a:gd name="connsiteY12" fmla="*/ 65337 h 4090700"/>
                <a:gd name="connsiteX13" fmla="*/ 1841492 w 4973152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59468 w 4929609"/>
                <a:gd name="connsiteY4" fmla="*/ 3096945 h 4090700"/>
                <a:gd name="connsiteX5" fmla="*/ 4559468 w 4929609"/>
                <a:gd name="connsiteY5" fmla="*/ 3096945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59468 w 4929609"/>
                <a:gd name="connsiteY4" fmla="*/ 3096945 h 4090700"/>
                <a:gd name="connsiteX5" fmla="*/ 4528625 w 4929609"/>
                <a:gd name="connsiteY5" fmla="*/ 3093317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90700"/>
                <a:gd name="connsiteX1" fmla="*/ 3656626 w 4929609"/>
                <a:gd name="connsiteY1" fmla="*/ 2040190 h 4090700"/>
                <a:gd name="connsiteX2" fmla="*/ 4836319 w 4929609"/>
                <a:gd name="connsiteY2" fmla="*/ 2286990 h 4090700"/>
                <a:gd name="connsiteX3" fmla="*/ 4929609 w 4929609"/>
                <a:gd name="connsiteY3" fmla="*/ 2286539 h 4090700"/>
                <a:gd name="connsiteX4" fmla="*/ 4530440 w 4929609"/>
                <a:gd name="connsiteY4" fmla="*/ 3091502 h 4090700"/>
                <a:gd name="connsiteX5" fmla="*/ 4528625 w 4929609"/>
                <a:gd name="connsiteY5" fmla="*/ 3093317 h 4090700"/>
                <a:gd name="connsiteX6" fmla="*/ 4049909 w 4929609"/>
                <a:gd name="connsiteY6" fmla="*/ 4090700 h 4090700"/>
                <a:gd name="connsiteX7" fmla="*/ 1112034 w 4929609"/>
                <a:gd name="connsiteY7" fmla="*/ 4082631 h 4090700"/>
                <a:gd name="connsiteX8" fmla="*/ 1112030 w 4929609"/>
                <a:gd name="connsiteY8" fmla="*/ 4082632 h 4090700"/>
                <a:gd name="connsiteX9" fmla="*/ 881847 w 4929609"/>
                <a:gd name="connsiteY9" fmla="*/ 4082000 h 4090700"/>
                <a:gd name="connsiteX10" fmla="*/ 0 w 4929609"/>
                <a:gd name="connsiteY10" fmla="*/ 2333875 h 4090700"/>
                <a:gd name="connsiteX11" fmla="*/ 87753 w 4929609"/>
                <a:gd name="connsiteY11" fmla="*/ 2173768 h 4090700"/>
                <a:gd name="connsiteX12" fmla="*/ 1609904 w 4929609"/>
                <a:gd name="connsiteY12" fmla="*/ 65337 h 4090700"/>
                <a:gd name="connsiteX13" fmla="*/ 1841492 w 4929609"/>
                <a:gd name="connsiteY13" fmla="*/ 127 h 4090700"/>
                <a:gd name="connsiteX0" fmla="*/ 1841492 w 4929609"/>
                <a:gd name="connsiteY0" fmla="*/ 127 h 4082632"/>
                <a:gd name="connsiteX1" fmla="*/ 3656626 w 4929609"/>
                <a:gd name="connsiteY1" fmla="*/ 2040190 h 4082632"/>
                <a:gd name="connsiteX2" fmla="*/ 4836319 w 4929609"/>
                <a:gd name="connsiteY2" fmla="*/ 2286990 h 4082632"/>
                <a:gd name="connsiteX3" fmla="*/ 4929609 w 4929609"/>
                <a:gd name="connsiteY3" fmla="*/ 2286539 h 4082632"/>
                <a:gd name="connsiteX4" fmla="*/ 4530440 w 4929609"/>
                <a:gd name="connsiteY4" fmla="*/ 3091502 h 4082632"/>
                <a:gd name="connsiteX5" fmla="*/ 4528625 w 4929609"/>
                <a:gd name="connsiteY5" fmla="*/ 3093317 h 4082632"/>
                <a:gd name="connsiteX6" fmla="*/ 4042652 w 4929609"/>
                <a:gd name="connsiteY6" fmla="*/ 4030828 h 4082632"/>
                <a:gd name="connsiteX7" fmla="*/ 1112034 w 4929609"/>
                <a:gd name="connsiteY7" fmla="*/ 4082631 h 4082632"/>
                <a:gd name="connsiteX8" fmla="*/ 1112030 w 4929609"/>
                <a:gd name="connsiteY8" fmla="*/ 4082632 h 4082632"/>
                <a:gd name="connsiteX9" fmla="*/ 881847 w 4929609"/>
                <a:gd name="connsiteY9" fmla="*/ 4082000 h 4082632"/>
                <a:gd name="connsiteX10" fmla="*/ 0 w 4929609"/>
                <a:gd name="connsiteY10" fmla="*/ 2333875 h 4082632"/>
                <a:gd name="connsiteX11" fmla="*/ 87753 w 4929609"/>
                <a:gd name="connsiteY11" fmla="*/ 2173768 h 4082632"/>
                <a:gd name="connsiteX12" fmla="*/ 1609904 w 4929609"/>
                <a:gd name="connsiteY12" fmla="*/ 65337 h 4082632"/>
                <a:gd name="connsiteX13" fmla="*/ 1841492 w 4929609"/>
                <a:gd name="connsiteY13" fmla="*/ 127 h 4082632"/>
                <a:gd name="connsiteX0" fmla="*/ 1841492 w 4929609"/>
                <a:gd name="connsiteY0" fmla="*/ 127 h 4082632"/>
                <a:gd name="connsiteX1" fmla="*/ 3656626 w 4929609"/>
                <a:gd name="connsiteY1" fmla="*/ 2040190 h 4082632"/>
                <a:gd name="connsiteX2" fmla="*/ 4836319 w 4929609"/>
                <a:gd name="connsiteY2" fmla="*/ 2286990 h 4082632"/>
                <a:gd name="connsiteX3" fmla="*/ 4929609 w 4929609"/>
                <a:gd name="connsiteY3" fmla="*/ 2286539 h 4082632"/>
                <a:gd name="connsiteX4" fmla="*/ 4530440 w 4929609"/>
                <a:gd name="connsiteY4" fmla="*/ 3091502 h 4082632"/>
                <a:gd name="connsiteX5" fmla="*/ 4528625 w 4929609"/>
                <a:gd name="connsiteY5" fmla="*/ 3093317 h 4082632"/>
                <a:gd name="connsiteX6" fmla="*/ 4042652 w 4929609"/>
                <a:gd name="connsiteY6" fmla="*/ 4030828 h 4082632"/>
                <a:gd name="connsiteX7" fmla="*/ 1112034 w 4929609"/>
                <a:gd name="connsiteY7" fmla="*/ 4082631 h 4082632"/>
                <a:gd name="connsiteX8" fmla="*/ 1112030 w 4929609"/>
                <a:gd name="connsiteY8" fmla="*/ 4082632 h 4082632"/>
                <a:gd name="connsiteX9" fmla="*/ 909061 w 4929609"/>
                <a:gd name="connsiteY9" fmla="*/ 4034829 h 4082632"/>
                <a:gd name="connsiteX10" fmla="*/ 0 w 4929609"/>
                <a:gd name="connsiteY10" fmla="*/ 2333875 h 4082632"/>
                <a:gd name="connsiteX11" fmla="*/ 87753 w 4929609"/>
                <a:gd name="connsiteY11" fmla="*/ 2173768 h 4082632"/>
                <a:gd name="connsiteX12" fmla="*/ 1609904 w 4929609"/>
                <a:gd name="connsiteY12" fmla="*/ 65337 h 4082632"/>
                <a:gd name="connsiteX13" fmla="*/ 1841492 w 4929609"/>
                <a:gd name="connsiteY13" fmla="*/ 127 h 4082632"/>
                <a:gd name="connsiteX0" fmla="*/ 1841492 w 4929609"/>
                <a:gd name="connsiteY0" fmla="*/ 127 h 4082631"/>
                <a:gd name="connsiteX1" fmla="*/ 3656626 w 4929609"/>
                <a:gd name="connsiteY1" fmla="*/ 2040190 h 4082631"/>
                <a:gd name="connsiteX2" fmla="*/ 4836319 w 4929609"/>
                <a:gd name="connsiteY2" fmla="*/ 2286990 h 4082631"/>
                <a:gd name="connsiteX3" fmla="*/ 4929609 w 4929609"/>
                <a:gd name="connsiteY3" fmla="*/ 2286539 h 4082631"/>
                <a:gd name="connsiteX4" fmla="*/ 4530440 w 4929609"/>
                <a:gd name="connsiteY4" fmla="*/ 3091502 h 4082631"/>
                <a:gd name="connsiteX5" fmla="*/ 4528625 w 4929609"/>
                <a:gd name="connsiteY5" fmla="*/ 3093317 h 4082631"/>
                <a:gd name="connsiteX6" fmla="*/ 4042652 w 4929609"/>
                <a:gd name="connsiteY6" fmla="*/ 4030828 h 4082631"/>
                <a:gd name="connsiteX7" fmla="*/ 1112034 w 4929609"/>
                <a:gd name="connsiteY7" fmla="*/ 4082631 h 4082631"/>
                <a:gd name="connsiteX8" fmla="*/ 1117473 w 4929609"/>
                <a:gd name="connsiteY8" fmla="*/ 4040903 h 4082631"/>
                <a:gd name="connsiteX9" fmla="*/ 909061 w 4929609"/>
                <a:gd name="connsiteY9" fmla="*/ 4034829 h 4082631"/>
                <a:gd name="connsiteX10" fmla="*/ 0 w 4929609"/>
                <a:gd name="connsiteY10" fmla="*/ 2333875 h 4082631"/>
                <a:gd name="connsiteX11" fmla="*/ 87753 w 4929609"/>
                <a:gd name="connsiteY11" fmla="*/ 2173768 h 4082631"/>
                <a:gd name="connsiteX12" fmla="*/ 1609904 w 4929609"/>
                <a:gd name="connsiteY12" fmla="*/ 65337 h 4082631"/>
                <a:gd name="connsiteX13" fmla="*/ 1841492 w 4929609"/>
                <a:gd name="connsiteY13" fmla="*/ 127 h 4082631"/>
                <a:gd name="connsiteX0" fmla="*/ 1841492 w 4929609"/>
                <a:gd name="connsiteY0" fmla="*/ 127 h 4046346"/>
                <a:gd name="connsiteX1" fmla="*/ 3656626 w 4929609"/>
                <a:gd name="connsiteY1" fmla="*/ 2040190 h 4046346"/>
                <a:gd name="connsiteX2" fmla="*/ 4836319 w 4929609"/>
                <a:gd name="connsiteY2" fmla="*/ 2286990 h 4046346"/>
                <a:gd name="connsiteX3" fmla="*/ 4929609 w 4929609"/>
                <a:gd name="connsiteY3" fmla="*/ 2286539 h 4046346"/>
                <a:gd name="connsiteX4" fmla="*/ 4530440 w 4929609"/>
                <a:gd name="connsiteY4" fmla="*/ 3091502 h 4046346"/>
                <a:gd name="connsiteX5" fmla="*/ 4528625 w 4929609"/>
                <a:gd name="connsiteY5" fmla="*/ 3093317 h 4046346"/>
                <a:gd name="connsiteX6" fmla="*/ 4042652 w 4929609"/>
                <a:gd name="connsiteY6" fmla="*/ 4030828 h 4046346"/>
                <a:gd name="connsiteX7" fmla="*/ 1121106 w 4929609"/>
                <a:gd name="connsiteY7" fmla="*/ 4046346 h 4046346"/>
                <a:gd name="connsiteX8" fmla="*/ 1117473 w 4929609"/>
                <a:gd name="connsiteY8" fmla="*/ 4040903 h 4046346"/>
                <a:gd name="connsiteX9" fmla="*/ 909061 w 4929609"/>
                <a:gd name="connsiteY9" fmla="*/ 4034829 h 4046346"/>
                <a:gd name="connsiteX10" fmla="*/ 0 w 4929609"/>
                <a:gd name="connsiteY10" fmla="*/ 2333875 h 4046346"/>
                <a:gd name="connsiteX11" fmla="*/ 87753 w 4929609"/>
                <a:gd name="connsiteY11" fmla="*/ 2173768 h 4046346"/>
                <a:gd name="connsiteX12" fmla="*/ 1609904 w 4929609"/>
                <a:gd name="connsiteY12" fmla="*/ 65337 h 4046346"/>
                <a:gd name="connsiteX13" fmla="*/ 1841492 w 4929609"/>
                <a:gd name="connsiteY13" fmla="*/ 127 h 4046346"/>
                <a:gd name="connsiteX0" fmla="*/ 1841492 w 4929609"/>
                <a:gd name="connsiteY0" fmla="*/ 127 h 4046346"/>
                <a:gd name="connsiteX1" fmla="*/ 3656626 w 4929609"/>
                <a:gd name="connsiteY1" fmla="*/ 2040190 h 4046346"/>
                <a:gd name="connsiteX2" fmla="*/ 4836319 w 4929609"/>
                <a:gd name="connsiteY2" fmla="*/ 2286990 h 4046346"/>
                <a:gd name="connsiteX3" fmla="*/ 4929609 w 4929609"/>
                <a:gd name="connsiteY3" fmla="*/ 2286539 h 4046346"/>
                <a:gd name="connsiteX4" fmla="*/ 4530440 w 4929609"/>
                <a:gd name="connsiteY4" fmla="*/ 3091502 h 4046346"/>
                <a:gd name="connsiteX5" fmla="*/ 4528625 w 4929609"/>
                <a:gd name="connsiteY5" fmla="*/ 3093317 h 4046346"/>
                <a:gd name="connsiteX6" fmla="*/ 4042652 w 4929609"/>
                <a:gd name="connsiteY6" fmla="*/ 4030828 h 4046346"/>
                <a:gd name="connsiteX7" fmla="*/ 1121106 w 4929609"/>
                <a:gd name="connsiteY7" fmla="*/ 4046346 h 4046346"/>
                <a:gd name="connsiteX8" fmla="*/ 1126545 w 4929609"/>
                <a:gd name="connsiteY8" fmla="*/ 4024575 h 4046346"/>
                <a:gd name="connsiteX9" fmla="*/ 909061 w 4929609"/>
                <a:gd name="connsiteY9" fmla="*/ 4034829 h 4046346"/>
                <a:gd name="connsiteX10" fmla="*/ 0 w 4929609"/>
                <a:gd name="connsiteY10" fmla="*/ 2333875 h 4046346"/>
                <a:gd name="connsiteX11" fmla="*/ 87753 w 4929609"/>
                <a:gd name="connsiteY11" fmla="*/ 2173768 h 4046346"/>
                <a:gd name="connsiteX12" fmla="*/ 1609904 w 4929609"/>
                <a:gd name="connsiteY12" fmla="*/ 65337 h 4046346"/>
                <a:gd name="connsiteX13" fmla="*/ 1841492 w 4929609"/>
                <a:gd name="connsiteY13" fmla="*/ 127 h 4046346"/>
                <a:gd name="connsiteX0" fmla="*/ 1841492 w 4929609"/>
                <a:gd name="connsiteY0" fmla="*/ 127 h 4034829"/>
                <a:gd name="connsiteX1" fmla="*/ 3656626 w 4929609"/>
                <a:gd name="connsiteY1" fmla="*/ 2040190 h 4034829"/>
                <a:gd name="connsiteX2" fmla="*/ 4836319 w 4929609"/>
                <a:gd name="connsiteY2" fmla="*/ 2286990 h 4034829"/>
                <a:gd name="connsiteX3" fmla="*/ 4929609 w 4929609"/>
                <a:gd name="connsiteY3" fmla="*/ 2286539 h 4034829"/>
                <a:gd name="connsiteX4" fmla="*/ 4530440 w 4929609"/>
                <a:gd name="connsiteY4" fmla="*/ 3091502 h 4034829"/>
                <a:gd name="connsiteX5" fmla="*/ 4528625 w 4929609"/>
                <a:gd name="connsiteY5" fmla="*/ 3093317 h 4034829"/>
                <a:gd name="connsiteX6" fmla="*/ 4042652 w 4929609"/>
                <a:gd name="connsiteY6" fmla="*/ 4030828 h 4034829"/>
                <a:gd name="connsiteX7" fmla="*/ 1126549 w 4929609"/>
                <a:gd name="connsiteY7" fmla="*/ 4026388 h 4034829"/>
                <a:gd name="connsiteX8" fmla="*/ 1126545 w 4929609"/>
                <a:gd name="connsiteY8" fmla="*/ 4024575 h 4034829"/>
                <a:gd name="connsiteX9" fmla="*/ 909061 w 4929609"/>
                <a:gd name="connsiteY9" fmla="*/ 4034829 h 4034829"/>
                <a:gd name="connsiteX10" fmla="*/ 0 w 4929609"/>
                <a:gd name="connsiteY10" fmla="*/ 2333875 h 4034829"/>
                <a:gd name="connsiteX11" fmla="*/ 87753 w 4929609"/>
                <a:gd name="connsiteY11" fmla="*/ 2173768 h 4034829"/>
                <a:gd name="connsiteX12" fmla="*/ 1609904 w 4929609"/>
                <a:gd name="connsiteY12" fmla="*/ 65337 h 4034829"/>
                <a:gd name="connsiteX13" fmla="*/ 1841492 w 4929609"/>
                <a:gd name="connsiteY13" fmla="*/ 127 h 4034829"/>
                <a:gd name="connsiteX0" fmla="*/ 1841492 w 4929609"/>
                <a:gd name="connsiteY0" fmla="*/ 127 h 4030828"/>
                <a:gd name="connsiteX1" fmla="*/ 3656626 w 4929609"/>
                <a:gd name="connsiteY1" fmla="*/ 2040190 h 4030828"/>
                <a:gd name="connsiteX2" fmla="*/ 4836319 w 4929609"/>
                <a:gd name="connsiteY2" fmla="*/ 2286990 h 4030828"/>
                <a:gd name="connsiteX3" fmla="*/ 4929609 w 4929609"/>
                <a:gd name="connsiteY3" fmla="*/ 2286539 h 4030828"/>
                <a:gd name="connsiteX4" fmla="*/ 4530440 w 4929609"/>
                <a:gd name="connsiteY4" fmla="*/ 3091502 h 4030828"/>
                <a:gd name="connsiteX5" fmla="*/ 4528625 w 4929609"/>
                <a:gd name="connsiteY5" fmla="*/ 3093317 h 4030828"/>
                <a:gd name="connsiteX6" fmla="*/ 4042652 w 4929609"/>
                <a:gd name="connsiteY6" fmla="*/ 4030828 h 4030828"/>
                <a:gd name="connsiteX7" fmla="*/ 1126549 w 4929609"/>
                <a:gd name="connsiteY7" fmla="*/ 4026388 h 4030828"/>
                <a:gd name="connsiteX8" fmla="*/ 1126545 w 4929609"/>
                <a:gd name="connsiteY8" fmla="*/ 4024575 h 4030828"/>
                <a:gd name="connsiteX9" fmla="*/ 930833 w 4929609"/>
                <a:gd name="connsiteY9" fmla="*/ 4007615 h 4030828"/>
                <a:gd name="connsiteX10" fmla="*/ 0 w 4929609"/>
                <a:gd name="connsiteY10" fmla="*/ 2333875 h 4030828"/>
                <a:gd name="connsiteX11" fmla="*/ 87753 w 4929609"/>
                <a:gd name="connsiteY11" fmla="*/ 2173768 h 4030828"/>
                <a:gd name="connsiteX12" fmla="*/ 1609904 w 4929609"/>
                <a:gd name="connsiteY12" fmla="*/ 65337 h 4030828"/>
                <a:gd name="connsiteX13" fmla="*/ 1841492 w 4929609"/>
                <a:gd name="connsiteY13" fmla="*/ 127 h 4030828"/>
                <a:gd name="connsiteX0" fmla="*/ 1841492 w 4929609"/>
                <a:gd name="connsiteY0" fmla="*/ 127 h 4030828"/>
                <a:gd name="connsiteX1" fmla="*/ 3656626 w 4929609"/>
                <a:gd name="connsiteY1" fmla="*/ 2040190 h 4030828"/>
                <a:gd name="connsiteX2" fmla="*/ 4836319 w 4929609"/>
                <a:gd name="connsiteY2" fmla="*/ 2286990 h 4030828"/>
                <a:gd name="connsiteX3" fmla="*/ 4929609 w 4929609"/>
                <a:gd name="connsiteY3" fmla="*/ 2286539 h 4030828"/>
                <a:gd name="connsiteX4" fmla="*/ 4530440 w 4929609"/>
                <a:gd name="connsiteY4" fmla="*/ 3091502 h 4030828"/>
                <a:gd name="connsiteX5" fmla="*/ 4528625 w 4929609"/>
                <a:gd name="connsiteY5" fmla="*/ 3093317 h 4030828"/>
                <a:gd name="connsiteX6" fmla="*/ 4042652 w 4929609"/>
                <a:gd name="connsiteY6" fmla="*/ 4030828 h 4030828"/>
                <a:gd name="connsiteX7" fmla="*/ 1126549 w 4929609"/>
                <a:gd name="connsiteY7" fmla="*/ 4026388 h 4030828"/>
                <a:gd name="connsiteX8" fmla="*/ 1126545 w 4929609"/>
                <a:gd name="connsiteY8" fmla="*/ 4024575 h 4030828"/>
                <a:gd name="connsiteX9" fmla="*/ 930833 w 4929609"/>
                <a:gd name="connsiteY9" fmla="*/ 4007615 h 4030828"/>
                <a:gd name="connsiteX10" fmla="*/ 0 w 4929609"/>
                <a:gd name="connsiteY10" fmla="*/ 2333875 h 4030828"/>
                <a:gd name="connsiteX11" fmla="*/ 87753 w 4929609"/>
                <a:gd name="connsiteY11" fmla="*/ 2173768 h 4030828"/>
                <a:gd name="connsiteX12" fmla="*/ 1609904 w 4929609"/>
                <a:gd name="connsiteY12" fmla="*/ 65337 h 4030828"/>
                <a:gd name="connsiteX13" fmla="*/ 1841492 w 4929609"/>
                <a:gd name="connsiteY13" fmla="*/ 127 h 4030828"/>
                <a:gd name="connsiteX0" fmla="*/ 1808835 w 4896952"/>
                <a:gd name="connsiteY0" fmla="*/ 127 h 4030828"/>
                <a:gd name="connsiteX1" fmla="*/ 3623969 w 4896952"/>
                <a:gd name="connsiteY1" fmla="*/ 2040190 h 4030828"/>
                <a:gd name="connsiteX2" fmla="*/ 4803662 w 4896952"/>
                <a:gd name="connsiteY2" fmla="*/ 2286990 h 4030828"/>
                <a:gd name="connsiteX3" fmla="*/ 4896952 w 4896952"/>
                <a:gd name="connsiteY3" fmla="*/ 2286539 h 4030828"/>
                <a:gd name="connsiteX4" fmla="*/ 4497783 w 4896952"/>
                <a:gd name="connsiteY4" fmla="*/ 3091502 h 4030828"/>
                <a:gd name="connsiteX5" fmla="*/ 4495968 w 4896952"/>
                <a:gd name="connsiteY5" fmla="*/ 3093317 h 4030828"/>
                <a:gd name="connsiteX6" fmla="*/ 4009995 w 4896952"/>
                <a:gd name="connsiteY6" fmla="*/ 4030828 h 4030828"/>
                <a:gd name="connsiteX7" fmla="*/ 1093892 w 4896952"/>
                <a:gd name="connsiteY7" fmla="*/ 4026388 h 4030828"/>
                <a:gd name="connsiteX8" fmla="*/ 1093888 w 4896952"/>
                <a:gd name="connsiteY8" fmla="*/ 4024575 h 4030828"/>
                <a:gd name="connsiteX9" fmla="*/ 898176 w 4896952"/>
                <a:gd name="connsiteY9" fmla="*/ 4007615 h 4030828"/>
                <a:gd name="connsiteX10" fmla="*/ 0 w 4896952"/>
                <a:gd name="connsiteY10" fmla="*/ 2286703 h 4030828"/>
                <a:gd name="connsiteX11" fmla="*/ 55096 w 4896952"/>
                <a:gd name="connsiteY11" fmla="*/ 2173768 h 4030828"/>
                <a:gd name="connsiteX12" fmla="*/ 1577247 w 4896952"/>
                <a:gd name="connsiteY12" fmla="*/ 65337 h 4030828"/>
                <a:gd name="connsiteX13" fmla="*/ 1808835 w 4896952"/>
                <a:gd name="connsiteY13" fmla="*/ 127 h 4030828"/>
                <a:gd name="connsiteX0" fmla="*/ 1808835 w 5130632"/>
                <a:gd name="connsiteY0" fmla="*/ 127 h 4030828"/>
                <a:gd name="connsiteX1" fmla="*/ 3623969 w 5130632"/>
                <a:gd name="connsiteY1" fmla="*/ 2040190 h 4030828"/>
                <a:gd name="connsiteX2" fmla="*/ 4803662 w 5130632"/>
                <a:gd name="connsiteY2" fmla="*/ 2286990 h 4030828"/>
                <a:gd name="connsiteX3" fmla="*/ 5130632 w 5130632"/>
                <a:gd name="connsiteY3" fmla="*/ 2256059 h 4030828"/>
                <a:gd name="connsiteX4" fmla="*/ 4497783 w 5130632"/>
                <a:gd name="connsiteY4" fmla="*/ 3091502 h 4030828"/>
                <a:gd name="connsiteX5" fmla="*/ 4495968 w 5130632"/>
                <a:gd name="connsiteY5" fmla="*/ 3093317 h 4030828"/>
                <a:gd name="connsiteX6" fmla="*/ 4009995 w 5130632"/>
                <a:gd name="connsiteY6" fmla="*/ 4030828 h 4030828"/>
                <a:gd name="connsiteX7" fmla="*/ 1093892 w 5130632"/>
                <a:gd name="connsiteY7" fmla="*/ 4026388 h 4030828"/>
                <a:gd name="connsiteX8" fmla="*/ 1093888 w 5130632"/>
                <a:gd name="connsiteY8" fmla="*/ 4024575 h 4030828"/>
                <a:gd name="connsiteX9" fmla="*/ 898176 w 5130632"/>
                <a:gd name="connsiteY9" fmla="*/ 4007615 h 4030828"/>
                <a:gd name="connsiteX10" fmla="*/ 0 w 5130632"/>
                <a:gd name="connsiteY10" fmla="*/ 2286703 h 4030828"/>
                <a:gd name="connsiteX11" fmla="*/ 55096 w 5130632"/>
                <a:gd name="connsiteY11" fmla="*/ 2173768 h 4030828"/>
                <a:gd name="connsiteX12" fmla="*/ 1577247 w 5130632"/>
                <a:gd name="connsiteY12" fmla="*/ 65337 h 4030828"/>
                <a:gd name="connsiteX13" fmla="*/ 1808835 w 5130632"/>
                <a:gd name="connsiteY13" fmla="*/ 127 h 4030828"/>
                <a:gd name="connsiteX0" fmla="*/ 1808835 w 5146208"/>
                <a:gd name="connsiteY0" fmla="*/ 127 h 4030828"/>
                <a:gd name="connsiteX1" fmla="*/ 3623969 w 5146208"/>
                <a:gd name="connsiteY1" fmla="*/ 2040190 h 4030828"/>
                <a:gd name="connsiteX2" fmla="*/ 4803662 w 5146208"/>
                <a:gd name="connsiteY2" fmla="*/ 2286990 h 4030828"/>
                <a:gd name="connsiteX3" fmla="*/ 5130632 w 5146208"/>
                <a:gd name="connsiteY3" fmla="*/ 2256059 h 4030828"/>
                <a:gd name="connsiteX4" fmla="*/ 4497783 w 5146208"/>
                <a:gd name="connsiteY4" fmla="*/ 3091502 h 4030828"/>
                <a:gd name="connsiteX5" fmla="*/ 5146208 w 5146208"/>
                <a:gd name="connsiteY5" fmla="*/ 2910437 h 4030828"/>
                <a:gd name="connsiteX6" fmla="*/ 4009995 w 5146208"/>
                <a:gd name="connsiteY6" fmla="*/ 4030828 h 4030828"/>
                <a:gd name="connsiteX7" fmla="*/ 1093892 w 5146208"/>
                <a:gd name="connsiteY7" fmla="*/ 4026388 h 4030828"/>
                <a:gd name="connsiteX8" fmla="*/ 1093888 w 5146208"/>
                <a:gd name="connsiteY8" fmla="*/ 4024575 h 4030828"/>
                <a:gd name="connsiteX9" fmla="*/ 898176 w 5146208"/>
                <a:gd name="connsiteY9" fmla="*/ 4007615 h 4030828"/>
                <a:gd name="connsiteX10" fmla="*/ 0 w 5146208"/>
                <a:gd name="connsiteY10" fmla="*/ 2286703 h 4030828"/>
                <a:gd name="connsiteX11" fmla="*/ 55096 w 5146208"/>
                <a:gd name="connsiteY11" fmla="*/ 2173768 h 4030828"/>
                <a:gd name="connsiteX12" fmla="*/ 1577247 w 5146208"/>
                <a:gd name="connsiteY12" fmla="*/ 65337 h 4030828"/>
                <a:gd name="connsiteX13" fmla="*/ 1808835 w 5146208"/>
                <a:gd name="connsiteY13" fmla="*/ 127 h 4030828"/>
                <a:gd name="connsiteX0" fmla="*/ 1808835 w 5146208"/>
                <a:gd name="connsiteY0" fmla="*/ 127 h 4030828"/>
                <a:gd name="connsiteX1" fmla="*/ 3623969 w 5146208"/>
                <a:gd name="connsiteY1" fmla="*/ 2040190 h 4030828"/>
                <a:gd name="connsiteX2" fmla="*/ 4803662 w 5146208"/>
                <a:gd name="connsiteY2" fmla="*/ 2286990 h 4030828"/>
                <a:gd name="connsiteX3" fmla="*/ 5130632 w 5146208"/>
                <a:gd name="connsiteY3" fmla="*/ 2256059 h 4030828"/>
                <a:gd name="connsiteX4" fmla="*/ 5137863 w 5146208"/>
                <a:gd name="connsiteY4" fmla="*/ 2923862 h 4030828"/>
                <a:gd name="connsiteX5" fmla="*/ 5146208 w 5146208"/>
                <a:gd name="connsiteY5" fmla="*/ 2910437 h 4030828"/>
                <a:gd name="connsiteX6" fmla="*/ 4009995 w 5146208"/>
                <a:gd name="connsiteY6" fmla="*/ 4030828 h 4030828"/>
                <a:gd name="connsiteX7" fmla="*/ 1093892 w 5146208"/>
                <a:gd name="connsiteY7" fmla="*/ 4026388 h 4030828"/>
                <a:gd name="connsiteX8" fmla="*/ 1093888 w 5146208"/>
                <a:gd name="connsiteY8" fmla="*/ 4024575 h 4030828"/>
                <a:gd name="connsiteX9" fmla="*/ 898176 w 5146208"/>
                <a:gd name="connsiteY9" fmla="*/ 4007615 h 4030828"/>
                <a:gd name="connsiteX10" fmla="*/ 0 w 5146208"/>
                <a:gd name="connsiteY10" fmla="*/ 2286703 h 4030828"/>
                <a:gd name="connsiteX11" fmla="*/ 55096 w 5146208"/>
                <a:gd name="connsiteY11" fmla="*/ 2173768 h 4030828"/>
                <a:gd name="connsiteX12" fmla="*/ 1577247 w 5146208"/>
                <a:gd name="connsiteY12" fmla="*/ 65337 h 4030828"/>
                <a:gd name="connsiteX13" fmla="*/ 1808835 w 5146208"/>
                <a:gd name="connsiteY13" fmla="*/ 127 h 4030828"/>
                <a:gd name="connsiteX0" fmla="*/ 1808835 w 5146208"/>
                <a:gd name="connsiteY0" fmla="*/ 127 h 4254348"/>
                <a:gd name="connsiteX1" fmla="*/ 3623969 w 5146208"/>
                <a:gd name="connsiteY1" fmla="*/ 2040190 h 4254348"/>
                <a:gd name="connsiteX2" fmla="*/ 4803662 w 5146208"/>
                <a:gd name="connsiteY2" fmla="*/ 2286990 h 4254348"/>
                <a:gd name="connsiteX3" fmla="*/ 5130632 w 5146208"/>
                <a:gd name="connsiteY3" fmla="*/ 2256059 h 4254348"/>
                <a:gd name="connsiteX4" fmla="*/ 5137863 w 5146208"/>
                <a:gd name="connsiteY4" fmla="*/ 2923862 h 4254348"/>
                <a:gd name="connsiteX5" fmla="*/ 5146208 w 5146208"/>
                <a:gd name="connsiteY5" fmla="*/ 2910437 h 4254348"/>
                <a:gd name="connsiteX6" fmla="*/ 2470755 w 5146208"/>
                <a:gd name="connsiteY6" fmla="*/ 4254348 h 4254348"/>
                <a:gd name="connsiteX7" fmla="*/ 1093892 w 5146208"/>
                <a:gd name="connsiteY7" fmla="*/ 4026388 h 4254348"/>
                <a:gd name="connsiteX8" fmla="*/ 1093888 w 5146208"/>
                <a:gd name="connsiteY8" fmla="*/ 4024575 h 4254348"/>
                <a:gd name="connsiteX9" fmla="*/ 898176 w 5146208"/>
                <a:gd name="connsiteY9" fmla="*/ 4007615 h 4254348"/>
                <a:gd name="connsiteX10" fmla="*/ 0 w 5146208"/>
                <a:gd name="connsiteY10" fmla="*/ 2286703 h 4254348"/>
                <a:gd name="connsiteX11" fmla="*/ 55096 w 5146208"/>
                <a:gd name="connsiteY11" fmla="*/ 2173768 h 4254348"/>
                <a:gd name="connsiteX12" fmla="*/ 1577247 w 5146208"/>
                <a:gd name="connsiteY12" fmla="*/ 65337 h 4254348"/>
                <a:gd name="connsiteX13" fmla="*/ 1808835 w 5146208"/>
                <a:gd name="connsiteY13" fmla="*/ 127 h 4254348"/>
                <a:gd name="connsiteX0" fmla="*/ 2063819 w 5401192"/>
                <a:gd name="connsiteY0" fmla="*/ 127 h 4254348"/>
                <a:gd name="connsiteX1" fmla="*/ 3878953 w 5401192"/>
                <a:gd name="connsiteY1" fmla="*/ 2040190 h 4254348"/>
                <a:gd name="connsiteX2" fmla="*/ 5058646 w 5401192"/>
                <a:gd name="connsiteY2" fmla="*/ 2286990 h 4254348"/>
                <a:gd name="connsiteX3" fmla="*/ 5385616 w 5401192"/>
                <a:gd name="connsiteY3" fmla="*/ 2256059 h 4254348"/>
                <a:gd name="connsiteX4" fmla="*/ 5392847 w 5401192"/>
                <a:gd name="connsiteY4" fmla="*/ 2923862 h 4254348"/>
                <a:gd name="connsiteX5" fmla="*/ 5401192 w 5401192"/>
                <a:gd name="connsiteY5" fmla="*/ 2910437 h 4254348"/>
                <a:gd name="connsiteX6" fmla="*/ 2725739 w 5401192"/>
                <a:gd name="connsiteY6" fmla="*/ 4254348 h 4254348"/>
                <a:gd name="connsiteX7" fmla="*/ 1348876 w 5401192"/>
                <a:gd name="connsiteY7" fmla="*/ 4026388 h 4254348"/>
                <a:gd name="connsiteX8" fmla="*/ 1348872 w 5401192"/>
                <a:gd name="connsiteY8" fmla="*/ 4024575 h 4254348"/>
                <a:gd name="connsiteX9" fmla="*/ 0 w 5401192"/>
                <a:gd name="connsiteY9" fmla="*/ 2905255 h 4254348"/>
                <a:gd name="connsiteX10" fmla="*/ 254984 w 5401192"/>
                <a:gd name="connsiteY10" fmla="*/ 2286703 h 4254348"/>
                <a:gd name="connsiteX11" fmla="*/ 310080 w 5401192"/>
                <a:gd name="connsiteY11" fmla="*/ 2173768 h 4254348"/>
                <a:gd name="connsiteX12" fmla="*/ 1832231 w 5401192"/>
                <a:gd name="connsiteY12" fmla="*/ 65337 h 4254348"/>
                <a:gd name="connsiteX13" fmla="*/ 2063819 w 5401192"/>
                <a:gd name="connsiteY13" fmla="*/ 127 h 4254348"/>
                <a:gd name="connsiteX0" fmla="*/ 2063819 w 5401192"/>
                <a:gd name="connsiteY0" fmla="*/ 127 h 4254348"/>
                <a:gd name="connsiteX1" fmla="*/ 3878953 w 5401192"/>
                <a:gd name="connsiteY1" fmla="*/ 2040190 h 4254348"/>
                <a:gd name="connsiteX2" fmla="*/ 5058646 w 5401192"/>
                <a:gd name="connsiteY2" fmla="*/ 2286990 h 4254348"/>
                <a:gd name="connsiteX3" fmla="*/ 5385616 w 5401192"/>
                <a:gd name="connsiteY3" fmla="*/ 2256059 h 4254348"/>
                <a:gd name="connsiteX4" fmla="*/ 5392847 w 5401192"/>
                <a:gd name="connsiteY4" fmla="*/ 2923862 h 4254348"/>
                <a:gd name="connsiteX5" fmla="*/ 5401192 w 5401192"/>
                <a:gd name="connsiteY5" fmla="*/ 2910437 h 4254348"/>
                <a:gd name="connsiteX6" fmla="*/ 2725739 w 5401192"/>
                <a:gd name="connsiteY6" fmla="*/ 4254348 h 4254348"/>
                <a:gd name="connsiteX7" fmla="*/ 1348876 w 5401192"/>
                <a:gd name="connsiteY7" fmla="*/ 4026388 h 4254348"/>
                <a:gd name="connsiteX8" fmla="*/ 1348872 w 5401192"/>
                <a:gd name="connsiteY8" fmla="*/ 4039815 h 4254348"/>
                <a:gd name="connsiteX9" fmla="*/ 0 w 5401192"/>
                <a:gd name="connsiteY9" fmla="*/ 2905255 h 4254348"/>
                <a:gd name="connsiteX10" fmla="*/ 254984 w 5401192"/>
                <a:gd name="connsiteY10" fmla="*/ 2286703 h 4254348"/>
                <a:gd name="connsiteX11" fmla="*/ 310080 w 5401192"/>
                <a:gd name="connsiteY11" fmla="*/ 2173768 h 4254348"/>
                <a:gd name="connsiteX12" fmla="*/ 1832231 w 5401192"/>
                <a:gd name="connsiteY12" fmla="*/ 65337 h 4254348"/>
                <a:gd name="connsiteX13" fmla="*/ 2063819 w 5401192"/>
                <a:gd name="connsiteY13" fmla="*/ 127 h 4254348"/>
                <a:gd name="connsiteX0" fmla="*/ 2063819 w 5401192"/>
                <a:gd name="connsiteY0" fmla="*/ 127 h 4254348"/>
                <a:gd name="connsiteX1" fmla="*/ 3878953 w 5401192"/>
                <a:gd name="connsiteY1" fmla="*/ 2040190 h 4254348"/>
                <a:gd name="connsiteX2" fmla="*/ 5058646 w 5401192"/>
                <a:gd name="connsiteY2" fmla="*/ 2286990 h 4254348"/>
                <a:gd name="connsiteX3" fmla="*/ 5385616 w 5401192"/>
                <a:gd name="connsiteY3" fmla="*/ 2256059 h 4254348"/>
                <a:gd name="connsiteX4" fmla="*/ 5392847 w 5401192"/>
                <a:gd name="connsiteY4" fmla="*/ 2923862 h 4254348"/>
                <a:gd name="connsiteX5" fmla="*/ 5401192 w 5401192"/>
                <a:gd name="connsiteY5" fmla="*/ 2910437 h 4254348"/>
                <a:gd name="connsiteX6" fmla="*/ 2725739 w 5401192"/>
                <a:gd name="connsiteY6" fmla="*/ 4254348 h 4254348"/>
                <a:gd name="connsiteX7" fmla="*/ 1348876 w 5401192"/>
                <a:gd name="connsiteY7" fmla="*/ 4026388 h 4254348"/>
                <a:gd name="connsiteX8" fmla="*/ 0 w 5401192"/>
                <a:gd name="connsiteY8" fmla="*/ 2905255 h 4254348"/>
                <a:gd name="connsiteX9" fmla="*/ 254984 w 5401192"/>
                <a:gd name="connsiteY9" fmla="*/ 2286703 h 4254348"/>
                <a:gd name="connsiteX10" fmla="*/ 310080 w 5401192"/>
                <a:gd name="connsiteY10" fmla="*/ 2173768 h 4254348"/>
                <a:gd name="connsiteX11" fmla="*/ 1832231 w 5401192"/>
                <a:gd name="connsiteY11" fmla="*/ 65337 h 4254348"/>
                <a:gd name="connsiteX12" fmla="*/ 2063819 w 5401192"/>
                <a:gd name="connsiteY12" fmla="*/ 127 h 4254348"/>
                <a:gd name="connsiteX0" fmla="*/ 2063819 w 5401192"/>
                <a:gd name="connsiteY0" fmla="*/ 127 h 4254348"/>
                <a:gd name="connsiteX1" fmla="*/ 3878953 w 5401192"/>
                <a:gd name="connsiteY1" fmla="*/ 2040190 h 4254348"/>
                <a:gd name="connsiteX2" fmla="*/ 5058646 w 5401192"/>
                <a:gd name="connsiteY2" fmla="*/ 2286990 h 4254348"/>
                <a:gd name="connsiteX3" fmla="*/ 5385616 w 5401192"/>
                <a:gd name="connsiteY3" fmla="*/ 2256059 h 4254348"/>
                <a:gd name="connsiteX4" fmla="*/ 5392847 w 5401192"/>
                <a:gd name="connsiteY4" fmla="*/ 2923862 h 4254348"/>
                <a:gd name="connsiteX5" fmla="*/ 5401192 w 5401192"/>
                <a:gd name="connsiteY5" fmla="*/ 2910437 h 4254348"/>
                <a:gd name="connsiteX6" fmla="*/ 2725739 w 5401192"/>
                <a:gd name="connsiteY6" fmla="*/ 4254348 h 4254348"/>
                <a:gd name="connsiteX7" fmla="*/ 0 w 5401192"/>
                <a:gd name="connsiteY7" fmla="*/ 2905255 h 4254348"/>
                <a:gd name="connsiteX8" fmla="*/ 254984 w 5401192"/>
                <a:gd name="connsiteY8" fmla="*/ 2286703 h 4254348"/>
                <a:gd name="connsiteX9" fmla="*/ 310080 w 5401192"/>
                <a:gd name="connsiteY9" fmla="*/ 2173768 h 4254348"/>
                <a:gd name="connsiteX10" fmla="*/ 1832231 w 5401192"/>
                <a:gd name="connsiteY10" fmla="*/ 65337 h 4254348"/>
                <a:gd name="connsiteX11" fmla="*/ 2063819 w 5401192"/>
                <a:gd name="connsiteY11" fmla="*/ 127 h 4254348"/>
                <a:gd name="connsiteX0" fmla="*/ 2063819 w 5401192"/>
                <a:gd name="connsiteY0" fmla="*/ 127 h 4254348"/>
                <a:gd name="connsiteX1" fmla="*/ 3878953 w 5401192"/>
                <a:gd name="connsiteY1" fmla="*/ 2040190 h 4254348"/>
                <a:gd name="connsiteX2" fmla="*/ 5058646 w 5401192"/>
                <a:gd name="connsiteY2" fmla="*/ 2286990 h 4254348"/>
                <a:gd name="connsiteX3" fmla="*/ 5385616 w 5401192"/>
                <a:gd name="connsiteY3" fmla="*/ 2256059 h 4254348"/>
                <a:gd name="connsiteX4" fmla="*/ 5392847 w 5401192"/>
                <a:gd name="connsiteY4" fmla="*/ 2923862 h 4254348"/>
                <a:gd name="connsiteX5" fmla="*/ 5401192 w 5401192"/>
                <a:gd name="connsiteY5" fmla="*/ 2910437 h 4254348"/>
                <a:gd name="connsiteX6" fmla="*/ 2725739 w 5401192"/>
                <a:gd name="connsiteY6" fmla="*/ 4254348 h 4254348"/>
                <a:gd name="connsiteX7" fmla="*/ 0 w 5401192"/>
                <a:gd name="connsiteY7" fmla="*/ 2905255 h 4254348"/>
                <a:gd name="connsiteX8" fmla="*/ 254984 w 5401192"/>
                <a:gd name="connsiteY8" fmla="*/ 2286703 h 4254348"/>
                <a:gd name="connsiteX9" fmla="*/ 310080 w 5401192"/>
                <a:gd name="connsiteY9" fmla="*/ 2173768 h 4254348"/>
                <a:gd name="connsiteX10" fmla="*/ 1832231 w 5401192"/>
                <a:gd name="connsiteY10" fmla="*/ 65337 h 4254348"/>
                <a:gd name="connsiteX11" fmla="*/ 2063819 w 5401192"/>
                <a:gd name="connsiteY11" fmla="*/ 127 h 4254348"/>
                <a:gd name="connsiteX0" fmla="*/ 2063819 w 5392847"/>
                <a:gd name="connsiteY0" fmla="*/ 127 h 4254348"/>
                <a:gd name="connsiteX1" fmla="*/ 3878953 w 5392847"/>
                <a:gd name="connsiteY1" fmla="*/ 2040190 h 4254348"/>
                <a:gd name="connsiteX2" fmla="*/ 5058646 w 5392847"/>
                <a:gd name="connsiteY2" fmla="*/ 2286990 h 4254348"/>
                <a:gd name="connsiteX3" fmla="*/ 5385616 w 5392847"/>
                <a:gd name="connsiteY3" fmla="*/ 2256059 h 4254348"/>
                <a:gd name="connsiteX4" fmla="*/ 5392847 w 5392847"/>
                <a:gd name="connsiteY4" fmla="*/ 2923862 h 4254348"/>
                <a:gd name="connsiteX5" fmla="*/ 2725739 w 5392847"/>
                <a:gd name="connsiteY5" fmla="*/ 4254348 h 4254348"/>
                <a:gd name="connsiteX6" fmla="*/ 0 w 5392847"/>
                <a:gd name="connsiteY6" fmla="*/ 2905255 h 4254348"/>
                <a:gd name="connsiteX7" fmla="*/ 254984 w 5392847"/>
                <a:gd name="connsiteY7" fmla="*/ 2286703 h 4254348"/>
                <a:gd name="connsiteX8" fmla="*/ 310080 w 5392847"/>
                <a:gd name="connsiteY8" fmla="*/ 2173768 h 4254348"/>
                <a:gd name="connsiteX9" fmla="*/ 1832231 w 5392847"/>
                <a:gd name="connsiteY9" fmla="*/ 65337 h 4254348"/>
                <a:gd name="connsiteX10" fmla="*/ 2063819 w 5392847"/>
                <a:gd name="connsiteY10" fmla="*/ 127 h 4254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92847" h="4254348">
                  <a:moveTo>
                    <a:pt x="2063819" y="127"/>
                  </a:moveTo>
                  <a:cubicBezTo>
                    <a:pt x="2801389" y="-17127"/>
                    <a:pt x="3450678" y="1720576"/>
                    <a:pt x="3878953" y="2040190"/>
                  </a:cubicBezTo>
                  <a:cubicBezTo>
                    <a:pt x="4115244" y="2216529"/>
                    <a:pt x="4483403" y="2269139"/>
                    <a:pt x="5058646" y="2286990"/>
                  </a:cubicBezTo>
                  <a:lnTo>
                    <a:pt x="5385616" y="2256059"/>
                  </a:lnTo>
                  <a:cubicBezTo>
                    <a:pt x="5388026" y="2478660"/>
                    <a:pt x="5390437" y="2701261"/>
                    <a:pt x="5392847" y="2923862"/>
                  </a:cubicBezTo>
                  <a:lnTo>
                    <a:pt x="2725739" y="4254348"/>
                  </a:lnTo>
                  <a:lnTo>
                    <a:pt x="0" y="2905255"/>
                  </a:lnTo>
                  <a:lnTo>
                    <a:pt x="254984" y="2286703"/>
                  </a:lnTo>
                  <a:lnTo>
                    <a:pt x="310080" y="2173768"/>
                  </a:lnTo>
                  <a:cubicBezTo>
                    <a:pt x="855018" y="1192096"/>
                    <a:pt x="1416003" y="293919"/>
                    <a:pt x="1832231" y="65337"/>
                  </a:cubicBezTo>
                  <a:cubicBezTo>
                    <a:pt x="1910274" y="22478"/>
                    <a:pt x="1987519" y="1912"/>
                    <a:pt x="2063819" y="127"/>
                  </a:cubicBezTo>
                  <a:close/>
                </a:path>
              </a:pathLst>
            </a:custGeom>
            <a:solidFill>
              <a:srgbClr val="B36005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 dirty="0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99968EA9-B3C1-4744-B2D3-3277507620D3}"/>
                </a:ext>
              </a:extLst>
            </p:cNvPr>
            <p:cNvSpPr/>
            <p:nvPr/>
          </p:nvSpPr>
          <p:spPr>
            <a:xfrm>
              <a:off x="3582776" y="2754382"/>
              <a:ext cx="4505295" cy="3662429"/>
            </a:xfrm>
            <a:custGeom>
              <a:avLst/>
              <a:gdLst>
                <a:gd name="connsiteX0" fmla="*/ 1560216 w 4197593"/>
                <a:gd name="connsiteY0" fmla="*/ 1354 h 3478446"/>
                <a:gd name="connsiteX1" fmla="*/ 2878076 w 4197593"/>
                <a:gd name="connsiteY1" fmla="*/ 2150769 h 3478446"/>
                <a:gd name="connsiteX2" fmla="*/ 4167289 w 4197593"/>
                <a:gd name="connsiteY2" fmla="*/ 2559590 h 3478446"/>
                <a:gd name="connsiteX3" fmla="*/ 4197593 w 4197593"/>
                <a:gd name="connsiteY3" fmla="*/ 2559523 h 3478446"/>
                <a:gd name="connsiteX4" fmla="*/ 3727012 w 4197593"/>
                <a:gd name="connsiteY4" fmla="*/ 3477263 h 3478446"/>
                <a:gd name="connsiteX5" fmla="*/ 3723766 w 4197593"/>
                <a:gd name="connsiteY5" fmla="*/ 3478446 h 3478446"/>
                <a:gd name="connsiteX6" fmla="*/ 558340 w 4197593"/>
                <a:gd name="connsiteY6" fmla="*/ 3469752 h 3478446"/>
                <a:gd name="connsiteX7" fmla="*/ 0 w 4197593"/>
                <a:gd name="connsiteY7" fmla="*/ 2362928 h 3478446"/>
                <a:gd name="connsiteX8" fmla="*/ 186055 w 4197593"/>
                <a:gd name="connsiteY8" fmla="*/ 1978445 h 3478446"/>
                <a:gd name="connsiteX9" fmla="*/ 1371094 w 4197593"/>
                <a:gd name="connsiteY9" fmla="*/ 82797 h 3478446"/>
                <a:gd name="connsiteX10" fmla="*/ 1560216 w 4197593"/>
                <a:gd name="connsiteY10" fmla="*/ 1354 h 3478446"/>
                <a:gd name="connsiteX0" fmla="*/ 1527558 w 4164935"/>
                <a:gd name="connsiteY0" fmla="*/ 1354 h 3478446"/>
                <a:gd name="connsiteX1" fmla="*/ 2845418 w 4164935"/>
                <a:gd name="connsiteY1" fmla="*/ 2150769 h 3478446"/>
                <a:gd name="connsiteX2" fmla="*/ 4134631 w 4164935"/>
                <a:gd name="connsiteY2" fmla="*/ 2559590 h 3478446"/>
                <a:gd name="connsiteX3" fmla="*/ 4164935 w 4164935"/>
                <a:gd name="connsiteY3" fmla="*/ 2559523 h 3478446"/>
                <a:gd name="connsiteX4" fmla="*/ 3694354 w 4164935"/>
                <a:gd name="connsiteY4" fmla="*/ 3477263 h 3478446"/>
                <a:gd name="connsiteX5" fmla="*/ 3691108 w 4164935"/>
                <a:gd name="connsiteY5" fmla="*/ 3478446 h 3478446"/>
                <a:gd name="connsiteX6" fmla="*/ 525682 w 4164935"/>
                <a:gd name="connsiteY6" fmla="*/ 3469752 h 3478446"/>
                <a:gd name="connsiteX7" fmla="*/ 0 w 4164935"/>
                <a:gd name="connsiteY7" fmla="*/ 2304871 h 3478446"/>
                <a:gd name="connsiteX8" fmla="*/ 153397 w 4164935"/>
                <a:gd name="connsiteY8" fmla="*/ 1978445 h 3478446"/>
                <a:gd name="connsiteX9" fmla="*/ 1338436 w 4164935"/>
                <a:gd name="connsiteY9" fmla="*/ 82797 h 3478446"/>
                <a:gd name="connsiteX10" fmla="*/ 1527558 w 4164935"/>
                <a:gd name="connsiteY10" fmla="*/ 1354 h 3478446"/>
                <a:gd name="connsiteX0" fmla="*/ 1527558 w 4164935"/>
                <a:gd name="connsiteY0" fmla="*/ 1354 h 3478446"/>
                <a:gd name="connsiteX1" fmla="*/ 2845418 w 4164935"/>
                <a:gd name="connsiteY1" fmla="*/ 2150769 h 3478446"/>
                <a:gd name="connsiteX2" fmla="*/ 4134631 w 4164935"/>
                <a:gd name="connsiteY2" fmla="*/ 2559590 h 3478446"/>
                <a:gd name="connsiteX3" fmla="*/ 4164935 w 4164935"/>
                <a:gd name="connsiteY3" fmla="*/ 2559523 h 3478446"/>
                <a:gd name="connsiteX4" fmla="*/ 3694354 w 4164935"/>
                <a:gd name="connsiteY4" fmla="*/ 3477263 h 3478446"/>
                <a:gd name="connsiteX5" fmla="*/ 3691108 w 4164935"/>
                <a:gd name="connsiteY5" fmla="*/ 3478446 h 3478446"/>
                <a:gd name="connsiteX6" fmla="*/ 560154 w 4164935"/>
                <a:gd name="connsiteY6" fmla="*/ 3422581 h 3478446"/>
                <a:gd name="connsiteX7" fmla="*/ 0 w 4164935"/>
                <a:gd name="connsiteY7" fmla="*/ 2304871 h 3478446"/>
                <a:gd name="connsiteX8" fmla="*/ 153397 w 4164935"/>
                <a:gd name="connsiteY8" fmla="*/ 1978445 h 3478446"/>
                <a:gd name="connsiteX9" fmla="*/ 1338436 w 4164935"/>
                <a:gd name="connsiteY9" fmla="*/ 82797 h 3478446"/>
                <a:gd name="connsiteX10" fmla="*/ 1527558 w 4164935"/>
                <a:gd name="connsiteY10" fmla="*/ 1354 h 3478446"/>
                <a:gd name="connsiteX0" fmla="*/ 1527558 w 4164935"/>
                <a:gd name="connsiteY0" fmla="*/ 1354 h 3477263"/>
                <a:gd name="connsiteX1" fmla="*/ 2845418 w 4164935"/>
                <a:gd name="connsiteY1" fmla="*/ 2150769 h 3477263"/>
                <a:gd name="connsiteX2" fmla="*/ 4134631 w 4164935"/>
                <a:gd name="connsiteY2" fmla="*/ 2559590 h 3477263"/>
                <a:gd name="connsiteX3" fmla="*/ 4164935 w 4164935"/>
                <a:gd name="connsiteY3" fmla="*/ 2559523 h 3477263"/>
                <a:gd name="connsiteX4" fmla="*/ 3694354 w 4164935"/>
                <a:gd name="connsiteY4" fmla="*/ 3477263 h 3477263"/>
                <a:gd name="connsiteX5" fmla="*/ 3680222 w 4164935"/>
                <a:gd name="connsiteY5" fmla="*/ 3434903 h 3477263"/>
                <a:gd name="connsiteX6" fmla="*/ 560154 w 4164935"/>
                <a:gd name="connsiteY6" fmla="*/ 3422581 h 3477263"/>
                <a:gd name="connsiteX7" fmla="*/ 0 w 4164935"/>
                <a:gd name="connsiteY7" fmla="*/ 2304871 h 3477263"/>
                <a:gd name="connsiteX8" fmla="*/ 153397 w 4164935"/>
                <a:gd name="connsiteY8" fmla="*/ 1978445 h 3477263"/>
                <a:gd name="connsiteX9" fmla="*/ 1338436 w 4164935"/>
                <a:gd name="connsiteY9" fmla="*/ 82797 h 3477263"/>
                <a:gd name="connsiteX10" fmla="*/ 1527558 w 4164935"/>
                <a:gd name="connsiteY10" fmla="*/ 1354 h 3477263"/>
                <a:gd name="connsiteX0" fmla="*/ 1527558 w 4164935"/>
                <a:gd name="connsiteY0" fmla="*/ 1354 h 3437349"/>
                <a:gd name="connsiteX1" fmla="*/ 2845418 w 4164935"/>
                <a:gd name="connsiteY1" fmla="*/ 2150769 h 3437349"/>
                <a:gd name="connsiteX2" fmla="*/ 4134631 w 4164935"/>
                <a:gd name="connsiteY2" fmla="*/ 2559590 h 3437349"/>
                <a:gd name="connsiteX3" fmla="*/ 4164935 w 4164935"/>
                <a:gd name="connsiteY3" fmla="*/ 2559523 h 3437349"/>
                <a:gd name="connsiteX4" fmla="*/ 3685283 w 4164935"/>
                <a:gd name="connsiteY4" fmla="*/ 3437349 h 3437349"/>
                <a:gd name="connsiteX5" fmla="*/ 3680222 w 4164935"/>
                <a:gd name="connsiteY5" fmla="*/ 3434903 h 3437349"/>
                <a:gd name="connsiteX6" fmla="*/ 560154 w 4164935"/>
                <a:gd name="connsiteY6" fmla="*/ 3422581 h 3437349"/>
                <a:gd name="connsiteX7" fmla="*/ 0 w 4164935"/>
                <a:gd name="connsiteY7" fmla="*/ 2304871 h 3437349"/>
                <a:gd name="connsiteX8" fmla="*/ 153397 w 4164935"/>
                <a:gd name="connsiteY8" fmla="*/ 1978445 h 3437349"/>
                <a:gd name="connsiteX9" fmla="*/ 1338436 w 4164935"/>
                <a:gd name="connsiteY9" fmla="*/ 82797 h 3437349"/>
                <a:gd name="connsiteX10" fmla="*/ 1527558 w 4164935"/>
                <a:gd name="connsiteY10" fmla="*/ 1354 h 3437349"/>
                <a:gd name="connsiteX0" fmla="*/ 1527558 w 4164935"/>
                <a:gd name="connsiteY0" fmla="*/ 1354 h 3437349"/>
                <a:gd name="connsiteX1" fmla="*/ 2845418 w 4164935"/>
                <a:gd name="connsiteY1" fmla="*/ 2150769 h 3437349"/>
                <a:gd name="connsiteX2" fmla="*/ 4134631 w 4164935"/>
                <a:gd name="connsiteY2" fmla="*/ 2559590 h 3437349"/>
                <a:gd name="connsiteX3" fmla="*/ 4164935 w 4164935"/>
                <a:gd name="connsiteY3" fmla="*/ 2559523 h 3437349"/>
                <a:gd name="connsiteX4" fmla="*/ 3685283 w 4164935"/>
                <a:gd name="connsiteY4" fmla="*/ 3437349 h 3437349"/>
                <a:gd name="connsiteX5" fmla="*/ 3680222 w 4164935"/>
                <a:gd name="connsiteY5" fmla="*/ 3434903 h 3437349"/>
                <a:gd name="connsiteX6" fmla="*/ 571039 w 4164935"/>
                <a:gd name="connsiteY6" fmla="*/ 3413509 h 3437349"/>
                <a:gd name="connsiteX7" fmla="*/ 0 w 4164935"/>
                <a:gd name="connsiteY7" fmla="*/ 2304871 h 3437349"/>
                <a:gd name="connsiteX8" fmla="*/ 153397 w 4164935"/>
                <a:gd name="connsiteY8" fmla="*/ 1978445 h 3437349"/>
                <a:gd name="connsiteX9" fmla="*/ 1338436 w 4164935"/>
                <a:gd name="connsiteY9" fmla="*/ 82797 h 3437349"/>
                <a:gd name="connsiteX10" fmla="*/ 1527558 w 4164935"/>
                <a:gd name="connsiteY10" fmla="*/ 1354 h 3437349"/>
                <a:gd name="connsiteX0" fmla="*/ 1639318 w 4276695"/>
                <a:gd name="connsiteY0" fmla="*/ 1354 h 3437349"/>
                <a:gd name="connsiteX1" fmla="*/ 2957178 w 4276695"/>
                <a:gd name="connsiteY1" fmla="*/ 2150769 h 3437349"/>
                <a:gd name="connsiteX2" fmla="*/ 4246391 w 4276695"/>
                <a:gd name="connsiteY2" fmla="*/ 2559590 h 3437349"/>
                <a:gd name="connsiteX3" fmla="*/ 4276695 w 4276695"/>
                <a:gd name="connsiteY3" fmla="*/ 2559523 h 3437349"/>
                <a:gd name="connsiteX4" fmla="*/ 3797043 w 4276695"/>
                <a:gd name="connsiteY4" fmla="*/ 3437349 h 3437349"/>
                <a:gd name="connsiteX5" fmla="*/ 3791982 w 4276695"/>
                <a:gd name="connsiteY5" fmla="*/ 3434903 h 3437349"/>
                <a:gd name="connsiteX6" fmla="*/ 682799 w 4276695"/>
                <a:gd name="connsiteY6" fmla="*/ 3413509 h 3437349"/>
                <a:gd name="connsiteX7" fmla="*/ 0 w 4276695"/>
                <a:gd name="connsiteY7" fmla="*/ 2523311 h 3437349"/>
                <a:gd name="connsiteX8" fmla="*/ 265157 w 4276695"/>
                <a:gd name="connsiteY8" fmla="*/ 1978445 h 3437349"/>
                <a:gd name="connsiteX9" fmla="*/ 1450196 w 4276695"/>
                <a:gd name="connsiteY9" fmla="*/ 82797 h 3437349"/>
                <a:gd name="connsiteX10" fmla="*/ 1639318 w 4276695"/>
                <a:gd name="connsiteY10" fmla="*/ 1354 h 3437349"/>
                <a:gd name="connsiteX0" fmla="*/ 1639318 w 4276695"/>
                <a:gd name="connsiteY0" fmla="*/ 1354 h 3662429"/>
                <a:gd name="connsiteX1" fmla="*/ 2957178 w 4276695"/>
                <a:gd name="connsiteY1" fmla="*/ 2150769 h 3662429"/>
                <a:gd name="connsiteX2" fmla="*/ 4246391 w 4276695"/>
                <a:gd name="connsiteY2" fmla="*/ 2559590 h 3662429"/>
                <a:gd name="connsiteX3" fmla="*/ 4276695 w 4276695"/>
                <a:gd name="connsiteY3" fmla="*/ 2559523 h 3662429"/>
                <a:gd name="connsiteX4" fmla="*/ 3797043 w 4276695"/>
                <a:gd name="connsiteY4" fmla="*/ 3437349 h 3662429"/>
                <a:gd name="connsiteX5" fmla="*/ 3791982 w 4276695"/>
                <a:gd name="connsiteY5" fmla="*/ 3434903 h 3662429"/>
                <a:gd name="connsiteX6" fmla="*/ 2237279 w 4276695"/>
                <a:gd name="connsiteY6" fmla="*/ 3662429 h 3662429"/>
                <a:gd name="connsiteX7" fmla="*/ 0 w 4276695"/>
                <a:gd name="connsiteY7" fmla="*/ 2523311 h 3662429"/>
                <a:gd name="connsiteX8" fmla="*/ 265157 w 4276695"/>
                <a:gd name="connsiteY8" fmla="*/ 1978445 h 3662429"/>
                <a:gd name="connsiteX9" fmla="*/ 1450196 w 4276695"/>
                <a:gd name="connsiteY9" fmla="*/ 82797 h 3662429"/>
                <a:gd name="connsiteX10" fmla="*/ 1639318 w 4276695"/>
                <a:gd name="connsiteY10" fmla="*/ 1354 h 3662429"/>
                <a:gd name="connsiteX0" fmla="*/ 1639318 w 4276695"/>
                <a:gd name="connsiteY0" fmla="*/ 1354 h 3662429"/>
                <a:gd name="connsiteX1" fmla="*/ 2957178 w 4276695"/>
                <a:gd name="connsiteY1" fmla="*/ 2150769 h 3662429"/>
                <a:gd name="connsiteX2" fmla="*/ 4246391 w 4276695"/>
                <a:gd name="connsiteY2" fmla="*/ 2559590 h 3662429"/>
                <a:gd name="connsiteX3" fmla="*/ 4276695 w 4276695"/>
                <a:gd name="connsiteY3" fmla="*/ 2559523 h 3662429"/>
                <a:gd name="connsiteX4" fmla="*/ 3797043 w 4276695"/>
                <a:gd name="connsiteY4" fmla="*/ 3437349 h 3662429"/>
                <a:gd name="connsiteX5" fmla="*/ 3791982 w 4276695"/>
                <a:gd name="connsiteY5" fmla="*/ 3434903 h 3662429"/>
                <a:gd name="connsiteX6" fmla="*/ 2237279 w 4276695"/>
                <a:gd name="connsiteY6" fmla="*/ 3662429 h 3662429"/>
                <a:gd name="connsiteX7" fmla="*/ 0 w 4276695"/>
                <a:gd name="connsiteY7" fmla="*/ 2523311 h 3662429"/>
                <a:gd name="connsiteX8" fmla="*/ 265157 w 4276695"/>
                <a:gd name="connsiteY8" fmla="*/ 1978445 h 3662429"/>
                <a:gd name="connsiteX9" fmla="*/ 1450196 w 4276695"/>
                <a:gd name="connsiteY9" fmla="*/ 82797 h 3662429"/>
                <a:gd name="connsiteX10" fmla="*/ 1639318 w 4276695"/>
                <a:gd name="connsiteY10" fmla="*/ 1354 h 3662429"/>
                <a:gd name="connsiteX0" fmla="*/ 1639318 w 4276695"/>
                <a:gd name="connsiteY0" fmla="*/ 1354 h 3662429"/>
                <a:gd name="connsiteX1" fmla="*/ 2957178 w 4276695"/>
                <a:gd name="connsiteY1" fmla="*/ 2150769 h 3662429"/>
                <a:gd name="connsiteX2" fmla="*/ 4246391 w 4276695"/>
                <a:gd name="connsiteY2" fmla="*/ 2559590 h 3662429"/>
                <a:gd name="connsiteX3" fmla="*/ 4276695 w 4276695"/>
                <a:gd name="connsiteY3" fmla="*/ 2559523 h 3662429"/>
                <a:gd name="connsiteX4" fmla="*/ 3797043 w 4276695"/>
                <a:gd name="connsiteY4" fmla="*/ 3437349 h 3662429"/>
                <a:gd name="connsiteX5" fmla="*/ 3791982 w 4276695"/>
                <a:gd name="connsiteY5" fmla="*/ 3434903 h 3662429"/>
                <a:gd name="connsiteX6" fmla="*/ 2237279 w 4276695"/>
                <a:gd name="connsiteY6" fmla="*/ 3662429 h 3662429"/>
                <a:gd name="connsiteX7" fmla="*/ 0 w 4276695"/>
                <a:gd name="connsiteY7" fmla="*/ 2523311 h 3662429"/>
                <a:gd name="connsiteX8" fmla="*/ 265157 w 4276695"/>
                <a:gd name="connsiteY8" fmla="*/ 1978445 h 3662429"/>
                <a:gd name="connsiteX9" fmla="*/ 1450196 w 4276695"/>
                <a:gd name="connsiteY9" fmla="*/ 82797 h 3662429"/>
                <a:gd name="connsiteX10" fmla="*/ 1639318 w 4276695"/>
                <a:gd name="connsiteY10" fmla="*/ 1354 h 3662429"/>
                <a:gd name="connsiteX0" fmla="*/ 1639318 w 4276695"/>
                <a:gd name="connsiteY0" fmla="*/ 1354 h 3662429"/>
                <a:gd name="connsiteX1" fmla="*/ 2957178 w 4276695"/>
                <a:gd name="connsiteY1" fmla="*/ 2150769 h 3662429"/>
                <a:gd name="connsiteX2" fmla="*/ 4246391 w 4276695"/>
                <a:gd name="connsiteY2" fmla="*/ 2559590 h 3662429"/>
                <a:gd name="connsiteX3" fmla="*/ 4276695 w 4276695"/>
                <a:gd name="connsiteY3" fmla="*/ 2559523 h 3662429"/>
                <a:gd name="connsiteX4" fmla="*/ 3797043 w 4276695"/>
                <a:gd name="connsiteY4" fmla="*/ 3437349 h 3662429"/>
                <a:gd name="connsiteX5" fmla="*/ 3791982 w 4276695"/>
                <a:gd name="connsiteY5" fmla="*/ 3434903 h 3662429"/>
                <a:gd name="connsiteX6" fmla="*/ 2237279 w 4276695"/>
                <a:gd name="connsiteY6" fmla="*/ 3662429 h 3662429"/>
                <a:gd name="connsiteX7" fmla="*/ 0 w 4276695"/>
                <a:gd name="connsiteY7" fmla="*/ 2523311 h 3662429"/>
                <a:gd name="connsiteX8" fmla="*/ 265157 w 4276695"/>
                <a:gd name="connsiteY8" fmla="*/ 1978445 h 3662429"/>
                <a:gd name="connsiteX9" fmla="*/ 1450196 w 4276695"/>
                <a:gd name="connsiteY9" fmla="*/ 82797 h 3662429"/>
                <a:gd name="connsiteX10" fmla="*/ 1639318 w 4276695"/>
                <a:gd name="connsiteY10" fmla="*/ 1354 h 3662429"/>
                <a:gd name="connsiteX0" fmla="*/ 1639318 w 4276695"/>
                <a:gd name="connsiteY0" fmla="*/ 1354 h 3662429"/>
                <a:gd name="connsiteX1" fmla="*/ 2957178 w 4276695"/>
                <a:gd name="connsiteY1" fmla="*/ 2150769 h 3662429"/>
                <a:gd name="connsiteX2" fmla="*/ 4246391 w 4276695"/>
                <a:gd name="connsiteY2" fmla="*/ 2559590 h 3662429"/>
                <a:gd name="connsiteX3" fmla="*/ 4276695 w 4276695"/>
                <a:gd name="connsiteY3" fmla="*/ 2559523 h 3662429"/>
                <a:gd name="connsiteX4" fmla="*/ 3797043 w 4276695"/>
                <a:gd name="connsiteY4" fmla="*/ 3437349 h 3662429"/>
                <a:gd name="connsiteX5" fmla="*/ 3791982 w 4276695"/>
                <a:gd name="connsiteY5" fmla="*/ 3434903 h 3662429"/>
                <a:gd name="connsiteX6" fmla="*/ 2237279 w 4276695"/>
                <a:gd name="connsiteY6" fmla="*/ 3662429 h 3662429"/>
                <a:gd name="connsiteX7" fmla="*/ 0 w 4276695"/>
                <a:gd name="connsiteY7" fmla="*/ 2523311 h 3662429"/>
                <a:gd name="connsiteX8" fmla="*/ 265157 w 4276695"/>
                <a:gd name="connsiteY8" fmla="*/ 1978445 h 3662429"/>
                <a:gd name="connsiteX9" fmla="*/ 1450196 w 4276695"/>
                <a:gd name="connsiteY9" fmla="*/ 82797 h 3662429"/>
                <a:gd name="connsiteX10" fmla="*/ 1639318 w 4276695"/>
                <a:gd name="connsiteY10" fmla="*/ 1354 h 3662429"/>
                <a:gd name="connsiteX0" fmla="*/ 1639318 w 4276695"/>
                <a:gd name="connsiteY0" fmla="*/ 1354 h 3662429"/>
                <a:gd name="connsiteX1" fmla="*/ 2957178 w 4276695"/>
                <a:gd name="connsiteY1" fmla="*/ 2150769 h 3662429"/>
                <a:gd name="connsiteX2" fmla="*/ 4246391 w 4276695"/>
                <a:gd name="connsiteY2" fmla="*/ 2559590 h 3662429"/>
                <a:gd name="connsiteX3" fmla="*/ 4276695 w 4276695"/>
                <a:gd name="connsiteY3" fmla="*/ 2559523 h 3662429"/>
                <a:gd name="connsiteX4" fmla="*/ 3797043 w 4276695"/>
                <a:gd name="connsiteY4" fmla="*/ 3437349 h 3662429"/>
                <a:gd name="connsiteX5" fmla="*/ 2237279 w 4276695"/>
                <a:gd name="connsiteY5" fmla="*/ 3662429 h 3662429"/>
                <a:gd name="connsiteX6" fmla="*/ 0 w 4276695"/>
                <a:gd name="connsiteY6" fmla="*/ 2523311 h 3662429"/>
                <a:gd name="connsiteX7" fmla="*/ 265157 w 4276695"/>
                <a:gd name="connsiteY7" fmla="*/ 1978445 h 3662429"/>
                <a:gd name="connsiteX8" fmla="*/ 1450196 w 4276695"/>
                <a:gd name="connsiteY8" fmla="*/ 82797 h 3662429"/>
                <a:gd name="connsiteX9" fmla="*/ 1639318 w 4276695"/>
                <a:gd name="connsiteY9" fmla="*/ 1354 h 3662429"/>
                <a:gd name="connsiteX0" fmla="*/ 1639318 w 4276695"/>
                <a:gd name="connsiteY0" fmla="*/ 1354 h 3662429"/>
                <a:gd name="connsiteX1" fmla="*/ 2957178 w 4276695"/>
                <a:gd name="connsiteY1" fmla="*/ 2150769 h 3662429"/>
                <a:gd name="connsiteX2" fmla="*/ 4246391 w 4276695"/>
                <a:gd name="connsiteY2" fmla="*/ 2559590 h 3662429"/>
                <a:gd name="connsiteX3" fmla="*/ 4276695 w 4276695"/>
                <a:gd name="connsiteY3" fmla="*/ 2559523 h 3662429"/>
                <a:gd name="connsiteX4" fmla="*/ 3797043 w 4276695"/>
                <a:gd name="connsiteY4" fmla="*/ 3437349 h 3662429"/>
                <a:gd name="connsiteX5" fmla="*/ 2237279 w 4276695"/>
                <a:gd name="connsiteY5" fmla="*/ 3662429 h 3662429"/>
                <a:gd name="connsiteX6" fmla="*/ 0 w 4276695"/>
                <a:gd name="connsiteY6" fmla="*/ 2523311 h 3662429"/>
                <a:gd name="connsiteX7" fmla="*/ 265157 w 4276695"/>
                <a:gd name="connsiteY7" fmla="*/ 1978445 h 3662429"/>
                <a:gd name="connsiteX8" fmla="*/ 1450196 w 4276695"/>
                <a:gd name="connsiteY8" fmla="*/ 82797 h 3662429"/>
                <a:gd name="connsiteX9" fmla="*/ 1639318 w 4276695"/>
                <a:gd name="connsiteY9" fmla="*/ 1354 h 3662429"/>
                <a:gd name="connsiteX0" fmla="*/ 1639318 w 4276695"/>
                <a:gd name="connsiteY0" fmla="*/ 1354 h 3662429"/>
                <a:gd name="connsiteX1" fmla="*/ 2957178 w 4276695"/>
                <a:gd name="connsiteY1" fmla="*/ 2150769 h 3662429"/>
                <a:gd name="connsiteX2" fmla="*/ 4246391 w 4276695"/>
                <a:gd name="connsiteY2" fmla="*/ 2559590 h 3662429"/>
                <a:gd name="connsiteX3" fmla="*/ 4276695 w 4276695"/>
                <a:gd name="connsiteY3" fmla="*/ 2559523 h 3662429"/>
                <a:gd name="connsiteX4" fmla="*/ 2237279 w 4276695"/>
                <a:gd name="connsiteY4" fmla="*/ 3662429 h 3662429"/>
                <a:gd name="connsiteX5" fmla="*/ 0 w 4276695"/>
                <a:gd name="connsiteY5" fmla="*/ 2523311 h 3662429"/>
                <a:gd name="connsiteX6" fmla="*/ 265157 w 4276695"/>
                <a:gd name="connsiteY6" fmla="*/ 1978445 h 3662429"/>
                <a:gd name="connsiteX7" fmla="*/ 1450196 w 4276695"/>
                <a:gd name="connsiteY7" fmla="*/ 82797 h 3662429"/>
                <a:gd name="connsiteX8" fmla="*/ 1639318 w 4276695"/>
                <a:gd name="connsiteY8" fmla="*/ 1354 h 3662429"/>
                <a:gd name="connsiteX0" fmla="*/ 1639318 w 4505295"/>
                <a:gd name="connsiteY0" fmla="*/ 1354 h 3662429"/>
                <a:gd name="connsiteX1" fmla="*/ 2957178 w 4505295"/>
                <a:gd name="connsiteY1" fmla="*/ 2150769 h 3662429"/>
                <a:gd name="connsiteX2" fmla="*/ 4246391 w 4505295"/>
                <a:gd name="connsiteY2" fmla="*/ 2559590 h 3662429"/>
                <a:gd name="connsiteX3" fmla="*/ 4505295 w 4505295"/>
                <a:gd name="connsiteY3" fmla="*/ 2544283 h 3662429"/>
                <a:gd name="connsiteX4" fmla="*/ 2237279 w 4505295"/>
                <a:gd name="connsiteY4" fmla="*/ 3662429 h 3662429"/>
                <a:gd name="connsiteX5" fmla="*/ 0 w 4505295"/>
                <a:gd name="connsiteY5" fmla="*/ 2523311 h 3662429"/>
                <a:gd name="connsiteX6" fmla="*/ 265157 w 4505295"/>
                <a:gd name="connsiteY6" fmla="*/ 1978445 h 3662429"/>
                <a:gd name="connsiteX7" fmla="*/ 1450196 w 4505295"/>
                <a:gd name="connsiteY7" fmla="*/ 82797 h 3662429"/>
                <a:gd name="connsiteX8" fmla="*/ 1639318 w 4505295"/>
                <a:gd name="connsiteY8" fmla="*/ 1354 h 366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5295" h="3662429">
                  <a:moveTo>
                    <a:pt x="1639318" y="1354"/>
                  </a:moveTo>
                  <a:cubicBezTo>
                    <a:pt x="2223098" y="-56410"/>
                    <a:pt x="2568951" y="1751359"/>
                    <a:pt x="2957178" y="2150769"/>
                  </a:cubicBezTo>
                  <a:cubicBezTo>
                    <a:pt x="3211534" y="2412452"/>
                    <a:pt x="3452274" y="2554226"/>
                    <a:pt x="4246391" y="2559590"/>
                  </a:cubicBezTo>
                  <a:lnTo>
                    <a:pt x="4505295" y="2544283"/>
                  </a:lnTo>
                  <a:lnTo>
                    <a:pt x="2237279" y="3662429"/>
                  </a:lnTo>
                  <a:cubicBezTo>
                    <a:pt x="1869133" y="3328443"/>
                    <a:pt x="378306" y="2796337"/>
                    <a:pt x="0" y="2523311"/>
                  </a:cubicBezTo>
                  <a:cubicBezTo>
                    <a:pt x="62018" y="2395150"/>
                    <a:pt x="203139" y="2106606"/>
                    <a:pt x="265157" y="1978445"/>
                  </a:cubicBezTo>
                  <a:cubicBezTo>
                    <a:pt x="709416" y="1076237"/>
                    <a:pt x="1143159" y="313928"/>
                    <a:pt x="1450196" y="82797"/>
                  </a:cubicBezTo>
                  <a:cubicBezTo>
                    <a:pt x="1515990" y="33269"/>
                    <a:pt x="1578927" y="7329"/>
                    <a:pt x="1639318" y="1354"/>
                  </a:cubicBezTo>
                  <a:close/>
                </a:path>
              </a:pathLst>
            </a:custGeom>
            <a:solidFill>
              <a:srgbClr val="C7760B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 dirty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A2D48384-CAFC-4179-B28C-6416A2E30B35}"/>
                </a:ext>
              </a:extLst>
            </p:cNvPr>
            <p:cNvSpPr/>
            <p:nvPr/>
          </p:nvSpPr>
          <p:spPr>
            <a:xfrm>
              <a:off x="3133336" y="1619149"/>
              <a:ext cx="1342886" cy="1304936"/>
            </a:xfrm>
            <a:custGeom>
              <a:avLst/>
              <a:gdLst>
                <a:gd name="connsiteX0" fmla="*/ 0 w 1436963"/>
                <a:gd name="connsiteY0" fmla="*/ 2121909 h 2121909"/>
                <a:gd name="connsiteX1" fmla="*/ 1399923 w 1436963"/>
                <a:gd name="connsiteY1" fmla="*/ 183866 h 2121909"/>
                <a:gd name="connsiteX2" fmla="*/ 894170 w 1436963"/>
                <a:gd name="connsiteY2" fmla="*/ 191958 h 2121909"/>
                <a:gd name="connsiteX0" fmla="*/ 0 w 1545100"/>
                <a:gd name="connsiteY0" fmla="*/ 2121909 h 2121909"/>
                <a:gd name="connsiteX1" fmla="*/ 1515357 w 1545100"/>
                <a:gd name="connsiteY1" fmla="*/ 183866 h 2121909"/>
                <a:gd name="connsiteX2" fmla="*/ 894170 w 1545100"/>
                <a:gd name="connsiteY2" fmla="*/ 191958 h 2121909"/>
                <a:gd name="connsiteX0" fmla="*/ 0 w 1544305"/>
                <a:gd name="connsiteY0" fmla="*/ 2178300 h 2178300"/>
                <a:gd name="connsiteX1" fmla="*/ 1515357 w 1544305"/>
                <a:gd name="connsiteY1" fmla="*/ 240257 h 2178300"/>
                <a:gd name="connsiteX2" fmla="*/ 878248 w 1544305"/>
                <a:gd name="connsiteY2" fmla="*/ 126588 h 2178300"/>
                <a:gd name="connsiteX0" fmla="*/ 0 w 1548229"/>
                <a:gd name="connsiteY0" fmla="*/ 2159502 h 2159502"/>
                <a:gd name="connsiteX1" fmla="*/ 1515357 w 1548229"/>
                <a:gd name="connsiteY1" fmla="*/ 221459 h 2159502"/>
                <a:gd name="connsiteX2" fmla="*/ 878248 w 1548229"/>
                <a:gd name="connsiteY2" fmla="*/ 107790 h 2159502"/>
                <a:gd name="connsiteX0" fmla="*/ 0 w 1265614"/>
                <a:gd name="connsiteY0" fmla="*/ 1441986 h 1441986"/>
                <a:gd name="connsiteX1" fmla="*/ 1232742 w 1265614"/>
                <a:gd name="connsiteY1" fmla="*/ 221459 h 1441986"/>
                <a:gd name="connsiteX2" fmla="*/ 595633 w 1265614"/>
                <a:gd name="connsiteY2" fmla="*/ 107790 h 1441986"/>
                <a:gd name="connsiteX0" fmla="*/ 0 w 1335582"/>
                <a:gd name="connsiteY0" fmla="*/ 1496585 h 1496585"/>
                <a:gd name="connsiteX1" fmla="*/ 1302710 w 1335582"/>
                <a:gd name="connsiteY1" fmla="*/ 221459 h 1496585"/>
                <a:gd name="connsiteX2" fmla="*/ 665601 w 1335582"/>
                <a:gd name="connsiteY2" fmla="*/ 107790 h 1496585"/>
                <a:gd name="connsiteX0" fmla="*/ 4097 w 1321142"/>
                <a:gd name="connsiteY0" fmla="*/ 1402521 h 1402521"/>
                <a:gd name="connsiteX1" fmla="*/ 1306807 w 1321142"/>
                <a:gd name="connsiteY1" fmla="*/ 127395 h 1402521"/>
                <a:gd name="connsiteX2" fmla="*/ 0 w 1321142"/>
                <a:gd name="connsiteY2" fmla="*/ 297640 h 1402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1142" h="1402521">
                  <a:moveTo>
                    <a:pt x="4097" y="1402521"/>
                  </a:moveTo>
                  <a:cubicBezTo>
                    <a:pt x="629544" y="594328"/>
                    <a:pt x="1157779" y="449053"/>
                    <a:pt x="1306807" y="127395"/>
                  </a:cubicBezTo>
                  <a:cubicBezTo>
                    <a:pt x="1455835" y="-194264"/>
                    <a:pt x="403019" y="180598"/>
                    <a:pt x="0" y="297640"/>
                  </a:cubicBezTo>
                </a:path>
              </a:pathLst>
            </a:custGeom>
            <a:solidFill>
              <a:srgbClr val="1D7F9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492ABFBF-4E02-4FD2-B7BB-0ADB5AEF4283}"/>
                </a:ext>
              </a:extLst>
            </p:cNvPr>
            <p:cNvSpPr/>
            <p:nvPr/>
          </p:nvSpPr>
          <p:spPr>
            <a:xfrm>
              <a:off x="5841399" y="575877"/>
              <a:ext cx="2707808" cy="3278017"/>
            </a:xfrm>
            <a:custGeom>
              <a:avLst/>
              <a:gdLst>
                <a:gd name="connsiteX0" fmla="*/ 0 w 2723613"/>
                <a:gd name="connsiteY0" fmla="*/ 8092 h 3144168"/>
                <a:gd name="connsiteX1" fmla="*/ 295360 w 2723613"/>
                <a:gd name="connsiteY1" fmla="*/ 578580 h 3144168"/>
                <a:gd name="connsiteX2" fmla="*/ 1189530 w 2723613"/>
                <a:gd name="connsiteY2" fmla="*/ 497660 h 3144168"/>
                <a:gd name="connsiteX3" fmla="*/ 2051331 w 2723613"/>
                <a:gd name="connsiteY3" fmla="*/ 1978502 h 3144168"/>
                <a:gd name="connsiteX4" fmla="*/ 1492981 w 2723613"/>
                <a:gd name="connsiteY4" fmla="*/ 2589451 h 3144168"/>
                <a:gd name="connsiteX5" fmla="*/ 2722970 w 2723613"/>
                <a:gd name="connsiteY5" fmla="*/ 3002145 h 3144168"/>
                <a:gd name="connsiteX6" fmla="*/ 1302818 w 2723613"/>
                <a:gd name="connsiteY6" fmla="*/ 0 h 3144168"/>
                <a:gd name="connsiteX0" fmla="*/ 0 w 2723466"/>
                <a:gd name="connsiteY0" fmla="*/ 8092 h 3141857"/>
                <a:gd name="connsiteX1" fmla="*/ 295360 w 2723466"/>
                <a:gd name="connsiteY1" fmla="*/ 578580 h 3141857"/>
                <a:gd name="connsiteX2" fmla="*/ 1189530 w 2723466"/>
                <a:gd name="connsiteY2" fmla="*/ 497660 h 3141857"/>
                <a:gd name="connsiteX3" fmla="*/ 2051331 w 2723466"/>
                <a:gd name="connsiteY3" fmla="*/ 1978502 h 3141857"/>
                <a:gd name="connsiteX4" fmla="*/ 1147907 w 2723466"/>
                <a:gd name="connsiteY4" fmla="*/ 2572727 h 3141857"/>
                <a:gd name="connsiteX5" fmla="*/ 2722970 w 2723466"/>
                <a:gd name="connsiteY5" fmla="*/ 3002145 h 3141857"/>
                <a:gd name="connsiteX6" fmla="*/ 1302818 w 2723466"/>
                <a:gd name="connsiteY6" fmla="*/ 0 h 3141857"/>
                <a:gd name="connsiteX0" fmla="*/ 0 w 2723558"/>
                <a:gd name="connsiteY0" fmla="*/ 8092 h 3190522"/>
                <a:gd name="connsiteX1" fmla="*/ 295360 w 2723558"/>
                <a:gd name="connsiteY1" fmla="*/ 578580 h 3190522"/>
                <a:gd name="connsiteX2" fmla="*/ 1189530 w 2723558"/>
                <a:gd name="connsiteY2" fmla="*/ 497660 h 3190522"/>
                <a:gd name="connsiteX3" fmla="*/ 2051331 w 2723558"/>
                <a:gd name="connsiteY3" fmla="*/ 1978502 h 3190522"/>
                <a:gd name="connsiteX4" fmla="*/ 1147907 w 2723558"/>
                <a:gd name="connsiteY4" fmla="*/ 2572727 h 3190522"/>
                <a:gd name="connsiteX5" fmla="*/ 2722970 w 2723558"/>
                <a:gd name="connsiteY5" fmla="*/ 3002145 h 3190522"/>
                <a:gd name="connsiteX6" fmla="*/ 1302818 w 2723558"/>
                <a:gd name="connsiteY6" fmla="*/ 0 h 3190522"/>
                <a:gd name="connsiteX0" fmla="*/ 0 w 2723510"/>
                <a:gd name="connsiteY0" fmla="*/ 8092 h 3154050"/>
                <a:gd name="connsiteX1" fmla="*/ 295360 w 2723510"/>
                <a:gd name="connsiteY1" fmla="*/ 578580 h 3154050"/>
                <a:gd name="connsiteX2" fmla="*/ 1189530 w 2723510"/>
                <a:gd name="connsiteY2" fmla="*/ 497660 h 3154050"/>
                <a:gd name="connsiteX3" fmla="*/ 2051331 w 2723510"/>
                <a:gd name="connsiteY3" fmla="*/ 1978502 h 3154050"/>
                <a:gd name="connsiteX4" fmla="*/ 1147907 w 2723510"/>
                <a:gd name="connsiteY4" fmla="*/ 2572727 h 3154050"/>
                <a:gd name="connsiteX5" fmla="*/ 2722970 w 2723510"/>
                <a:gd name="connsiteY5" fmla="*/ 3002145 h 3154050"/>
                <a:gd name="connsiteX6" fmla="*/ 1302818 w 2723510"/>
                <a:gd name="connsiteY6" fmla="*/ 0 h 3154050"/>
                <a:gd name="connsiteX0" fmla="*/ 0 w 2723510"/>
                <a:gd name="connsiteY0" fmla="*/ 0 h 3145958"/>
                <a:gd name="connsiteX1" fmla="*/ 295360 w 2723510"/>
                <a:gd name="connsiteY1" fmla="*/ 570488 h 3145958"/>
                <a:gd name="connsiteX2" fmla="*/ 1189530 w 2723510"/>
                <a:gd name="connsiteY2" fmla="*/ 489568 h 3145958"/>
                <a:gd name="connsiteX3" fmla="*/ 2051331 w 2723510"/>
                <a:gd name="connsiteY3" fmla="*/ 1970410 h 3145958"/>
                <a:gd name="connsiteX4" fmla="*/ 1147907 w 2723510"/>
                <a:gd name="connsiteY4" fmla="*/ 2564635 h 3145958"/>
                <a:gd name="connsiteX5" fmla="*/ 2722970 w 2723510"/>
                <a:gd name="connsiteY5" fmla="*/ 2994053 h 3145958"/>
                <a:gd name="connsiteX6" fmla="*/ 1937233 w 2723510"/>
                <a:gd name="connsiteY6" fmla="*/ 747846 h 3145958"/>
                <a:gd name="connsiteX0" fmla="*/ 0 w 2749299"/>
                <a:gd name="connsiteY0" fmla="*/ 0 h 3387438"/>
                <a:gd name="connsiteX1" fmla="*/ 321149 w 2749299"/>
                <a:gd name="connsiteY1" fmla="*/ 811968 h 3387438"/>
                <a:gd name="connsiteX2" fmla="*/ 1215319 w 2749299"/>
                <a:gd name="connsiteY2" fmla="*/ 731048 h 3387438"/>
                <a:gd name="connsiteX3" fmla="*/ 2077120 w 2749299"/>
                <a:gd name="connsiteY3" fmla="*/ 2211890 h 3387438"/>
                <a:gd name="connsiteX4" fmla="*/ 1173696 w 2749299"/>
                <a:gd name="connsiteY4" fmla="*/ 2806115 h 3387438"/>
                <a:gd name="connsiteX5" fmla="*/ 2748759 w 2749299"/>
                <a:gd name="connsiteY5" fmla="*/ 3235533 h 3387438"/>
                <a:gd name="connsiteX6" fmla="*/ 1963022 w 2749299"/>
                <a:gd name="connsiteY6" fmla="*/ 989326 h 3387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49299" h="3387438">
                  <a:moveTo>
                    <a:pt x="0" y="0"/>
                  </a:moveTo>
                  <a:cubicBezTo>
                    <a:pt x="48552" y="244446"/>
                    <a:pt x="118596" y="690127"/>
                    <a:pt x="321149" y="811968"/>
                  </a:cubicBezTo>
                  <a:cubicBezTo>
                    <a:pt x="523702" y="933809"/>
                    <a:pt x="922657" y="497728"/>
                    <a:pt x="1215319" y="731048"/>
                  </a:cubicBezTo>
                  <a:cubicBezTo>
                    <a:pt x="1507981" y="964368"/>
                    <a:pt x="2084057" y="1866046"/>
                    <a:pt x="2077120" y="2211890"/>
                  </a:cubicBezTo>
                  <a:cubicBezTo>
                    <a:pt x="2070183" y="2557734"/>
                    <a:pt x="938516" y="2543524"/>
                    <a:pt x="1173696" y="2806115"/>
                  </a:cubicBezTo>
                  <a:cubicBezTo>
                    <a:pt x="1408876" y="3068706"/>
                    <a:pt x="2780453" y="3667108"/>
                    <a:pt x="2748759" y="3235533"/>
                  </a:cubicBezTo>
                  <a:cubicBezTo>
                    <a:pt x="2717065" y="2803958"/>
                    <a:pt x="2657251" y="2274611"/>
                    <a:pt x="1963022" y="989326"/>
                  </a:cubicBezTo>
                </a:path>
              </a:pathLst>
            </a:custGeom>
            <a:solidFill>
              <a:srgbClr val="1D7F9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" name="Freihandform: Form 86">
              <a:extLst>
                <a:ext uri="{FF2B5EF4-FFF2-40B4-BE49-F238E27FC236}">
                  <a16:creationId xmlns:a16="http://schemas.microsoft.com/office/drawing/2014/main" id="{4778381E-EC2C-4D96-BE25-748FB789A5F2}"/>
                </a:ext>
              </a:extLst>
            </p:cNvPr>
            <p:cNvSpPr/>
            <p:nvPr/>
          </p:nvSpPr>
          <p:spPr>
            <a:xfrm rot="1600008">
              <a:off x="4224702" y="3682031"/>
              <a:ext cx="3347923" cy="2603366"/>
            </a:xfrm>
            <a:custGeom>
              <a:avLst/>
              <a:gdLst>
                <a:gd name="connsiteX0" fmla="*/ 212271 w 3588143"/>
                <a:gd name="connsiteY0" fmla="*/ 29503 h 3157473"/>
                <a:gd name="connsiteX1" fmla="*/ 1687925 w 3588143"/>
                <a:gd name="connsiteY1" fmla="*/ 827286 h 3157473"/>
                <a:gd name="connsiteX2" fmla="*/ 3458920 w 3588143"/>
                <a:gd name="connsiteY2" fmla="*/ 684850 h 3157473"/>
                <a:gd name="connsiteX3" fmla="*/ 3588143 w 3588143"/>
                <a:gd name="connsiteY3" fmla="*/ 648572 h 3157473"/>
                <a:gd name="connsiteX4" fmla="*/ 3582020 w 3588143"/>
                <a:gd name="connsiteY4" fmla="*/ 1379231 h 3157473"/>
                <a:gd name="connsiteX5" fmla="*/ 3581557 w 3588143"/>
                <a:gd name="connsiteY5" fmla="*/ 1379543 h 3157473"/>
                <a:gd name="connsiteX6" fmla="*/ 3578963 w 3588143"/>
                <a:gd name="connsiteY6" fmla="*/ 1701247 h 3157473"/>
                <a:gd name="connsiteX7" fmla="*/ 1537750 w 3588143"/>
                <a:gd name="connsiteY7" fmla="*/ 2759720 h 3157473"/>
                <a:gd name="connsiteX8" fmla="*/ 1527371 w 3588143"/>
                <a:gd name="connsiteY8" fmla="*/ 2766729 h 3157473"/>
                <a:gd name="connsiteX9" fmla="*/ 743982 w 3588143"/>
                <a:gd name="connsiteY9" fmla="*/ 3157473 h 3157473"/>
                <a:gd name="connsiteX10" fmla="*/ 62288 w 3588143"/>
                <a:gd name="connsiteY10" fmla="*/ 2651860 h 3157473"/>
                <a:gd name="connsiteX11" fmla="*/ 37419 w 3588143"/>
                <a:gd name="connsiteY11" fmla="*/ 2165899 h 3157473"/>
                <a:gd name="connsiteX12" fmla="*/ 124275 w 3588143"/>
                <a:gd name="connsiteY12" fmla="*/ 127529 h 3157473"/>
                <a:gd name="connsiteX13" fmla="*/ 212271 w 3588143"/>
                <a:gd name="connsiteY13" fmla="*/ 29503 h 3157473"/>
                <a:gd name="connsiteX0" fmla="*/ 212271 w 3588143"/>
                <a:gd name="connsiteY0" fmla="*/ 21794 h 3149764"/>
                <a:gd name="connsiteX1" fmla="*/ 2253850 w 3588143"/>
                <a:gd name="connsiteY1" fmla="*/ 1177391 h 3149764"/>
                <a:gd name="connsiteX2" fmla="*/ 3458920 w 3588143"/>
                <a:gd name="connsiteY2" fmla="*/ 677141 h 3149764"/>
                <a:gd name="connsiteX3" fmla="*/ 3588143 w 3588143"/>
                <a:gd name="connsiteY3" fmla="*/ 640863 h 3149764"/>
                <a:gd name="connsiteX4" fmla="*/ 3582020 w 3588143"/>
                <a:gd name="connsiteY4" fmla="*/ 1371522 h 3149764"/>
                <a:gd name="connsiteX5" fmla="*/ 3581557 w 3588143"/>
                <a:gd name="connsiteY5" fmla="*/ 1371834 h 3149764"/>
                <a:gd name="connsiteX6" fmla="*/ 3578963 w 3588143"/>
                <a:gd name="connsiteY6" fmla="*/ 1693538 h 3149764"/>
                <a:gd name="connsiteX7" fmla="*/ 1537750 w 3588143"/>
                <a:gd name="connsiteY7" fmla="*/ 2752011 h 3149764"/>
                <a:gd name="connsiteX8" fmla="*/ 1527371 w 3588143"/>
                <a:gd name="connsiteY8" fmla="*/ 2759020 h 3149764"/>
                <a:gd name="connsiteX9" fmla="*/ 743982 w 3588143"/>
                <a:gd name="connsiteY9" fmla="*/ 3149764 h 3149764"/>
                <a:gd name="connsiteX10" fmla="*/ 62288 w 3588143"/>
                <a:gd name="connsiteY10" fmla="*/ 2644151 h 3149764"/>
                <a:gd name="connsiteX11" fmla="*/ 37419 w 3588143"/>
                <a:gd name="connsiteY11" fmla="*/ 2158190 h 3149764"/>
                <a:gd name="connsiteX12" fmla="*/ 124275 w 3588143"/>
                <a:gd name="connsiteY12" fmla="*/ 119820 h 3149764"/>
                <a:gd name="connsiteX13" fmla="*/ 212271 w 3588143"/>
                <a:gd name="connsiteY13" fmla="*/ 21794 h 3149764"/>
                <a:gd name="connsiteX0" fmla="*/ 212271 w 3588143"/>
                <a:gd name="connsiteY0" fmla="*/ 21832 h 3149802"/>
                <a:gd name="connsiteX1" fmla="*/ 2253850 w 3588143"/>
                <a:gd name="connsiteY1" fmla="*/ 1177429 h 3149802"/>
                <a:gd name="connsiteX2" fmla="*/ 3098329 w 3588143"/>
                <a:gd name="connsiteY2" fmla="*/ 808117 h 3149802"/>
                <a:gd name="connsiteX3" fmla="*/ 3588143 w 3588143"/>
                <a:gd name="connsiteY3" fmla="*/ 640901 h 3149802"/>
                <a:gd name="connsiteX4" fmla="*/ 3582020 w 3588143"/>
                <a:gd name="connsiteY4" fmla="*/ 1371560 h 3149802"/>
                <a:gd name="connsiteX5" fmla="*/ 3581557 w 3588143"/>
                <a:gd name="connsiteY5" fmla="*/ 1371872 h 3149802"/>
                <a:gd name="connsiteX6" fmla="*/ 3578963 w 3588143"/>
                <a:gd name="connsiteY6" fmla="*/ 1693576 h 3149802"/>
                <a:gd name="connsiteX7" fmla="*/ 1537750 w 3588143"/>
                <a:gd name="connsiteY7" fmla="*/ 2752049 h 3149802"/>
                <a:gd name="connsiteX8" fmla="*/ 1527371 w 3588143"/>
                <a:gd name="connsiteY8" fmla="*/ 2759058 h 3149802"/>
                <a:gd name="connsiteX9" fmla="*/ 743982 w 3588143"/>
                <a:gd name="connsiteY9" fmla="*/ 3149802 h 3149802"/>
                <a:gd name="connsiteX10" fmla="*/ 62288 w 3588143"/>
                <a:gd name="connsiteY10" fmla="*/ 2644189 h 3149802"/>
                <a:gd name="connsiteX11" fmla="*/ 37419 w 3588143"/>
                <a:gd name="connsiteY11" fmla="*/ 2158228 h 3149802"/>
                <a:gd name="connsiteX12" fmla="*/ 124275 w 3588143"/>
                <a:gd name="connsiteY12" fmla="*/ 119858 h 3149802"/>
                <a:gd name="connsiteX13" fmla="*/ 212271 w 3588143"/>
                <a:gd name="connsiteY13" fmla="*/ 21832 h 3149802"/>
                <a:gd name="connsiteX0" fmla="*/ 212271 w 3588143"/>
                <a:gd name="connsiteY0" fmla="*/ 22545 h 3150515"/>
                <a:gd name="connsiteX1" fmla="*/ 2253850 w 3588143"/>
                <a:gd name="connsiteY1" fmla="*/ 1178142 h 3150515"/>
                <a:gd name="connsiteX2" fmla="*/ 3257164 w 3588143"/>
                <a:gd name="connsiteY2" fmla="*/ 1075157 h 3150515"/>
                <a:gd name="connsiteX3" fmla="*/ 3588143 w 3588143"/>
                <a:gd name="connsiteY3" fmla="*/ 641614 h 3150515"/>
                <a:gd name="connsiteX4" fmla="*/ 3582020 w 3588143"/>
                <a:gd name="connsiteY4" fmla="*/ 1372273 h 3150515"/>
                <a:gd name="connsiteX5" fmla="*/ 3581557 w 3588143"/>
                <a:gd name="connsiteY5" fmla="*/ 1372585 h 3150515"/>
                <a:gd name="connsiteX6" fmla="*/ 3578963 w 3588143"/>
                <a:gd name="connsiteY6" fmla="*/ 1694289 h 3150515"/>
                <a:gd name="connsiteX7" fmla="*/ 1537750 w 3588143"/>
                <a:gd name="connsiteY7" fmla="*/ 2752762 h 3150515"/>
                <a:gd name="connsiteX8" fmla="*/ 1527371 w 3588143"/>
                <a:gd name="connsiteY8" fmla="*/ 2759771 h 3150515"/>
                <a:gd name="connsiteX9" fmla="*/ 743982 w 3588143"/>
                <a:gd name="connsiteY9" fmla="*/ 3150515 h 3150515"/>
                <a:gd name="connsiteX10" fmla="*/ 62288 w 3588143"/>
                <a:gd name="connsiteY10" fmla="*/ 2644902 h 3150515"/>
                <a:gd name="connsiteX11" fmla="*/ 37419 w 3588143"/>
                <a:gd name="connsiteY11" fmla="*/ 2158941 h 3150515"/>
                <a:gd name="connsiteX12" fmla="*/ 124275 w 3588143"/>
                <a:gd name="connsiteY12" fmla="*/ 120571 h 3150515"/>
                <a:gd name="connsiteX13" fmla="*/ 212271 w 3588143"/>
                <a:gd name="connsiteY13" fmla="*/ 22545 h 3150515"/>
                <a:gd name="connsiteX0" fmla="*/ 212271 w 3582020"/>
                <a:gd name="connsiteY0" fmla="*/ 22545 h 3150515"/>
                <a:gd name="connsiteX1" fmla="*/ 2253850 w 3582020"/>
                <a:gd name="connsiteY1" fmla="*/ 1178142 h 3150515"/>
                <a:gd name="connsiteX2" fmla="*/ 3257164 w 3582020"/>
                <a:gd name="connsiteY2" fmla="*/ 1075157 h 3150515"/>
                <a:gd name="connsiteX3" fmla="*/ 3556686 w 3582020"/>
                <a:gd name="connsiteY3" fmla="*/ 988461 h 3150515"/>
                <a:gd name="connsiteX4" fmla="*/ 3582020 w 3582020"/>
                <a:gd name="connsiteY4" fmla="*/ 1372273 h 3150515"/>
                <a:gd name="connsiteX5" fmla="*/ 3581557 w 3582020"/>
                <a:gd name="connsiteY5" fmla="*/ 1372585 h 3150515"/>
                <a:gd name="connsiteX6" fmla="*/ 3578963 w 3582020"/>
                <a:gd name="connsiteY6" fmla="*/ 1694289 h 3150515"/>
                <a:gd name="connsiteX7" fmla="*/ 1537750 w 3582020"/>
                <a:gd name="connsiteY7" fmla="*/ 2752762 h 3150515"/>
                <a:gd name="connsiteX8" fmla="*/ 1527371 w 3582020"/>
                <a:gd name="connsiteY8" fmla="*/ 2759771 h 3150515"/>
                <a:gd name="connsiteX9" fmla="*/ 743982 w 3582020"/>
                <a:gd name="connsiteY9" fmla="*/ 3150515 h 3150515"/>
                <a:gd name="connsiteX10" fmla="*/ 62288 w 3582020"/>
                <a:gd name="connsiteY10" fmla="*/ 2644902 h 3150515"/>
                <a:gd name="connsiteX11" fmla="*/ 37419 w 3582020"/>
                <a:gd name="connsiteY11" fmla="*/ 2158941 h 3150515"/>
                <a:gd name="connsiteX12" fmla="*/ 124275 w 3582020"/>
                <a:gd name="connsiteY12" fmla="*/ 120571 h 3150515"/>
                <a:gd name="connsiteX13" fmla="*/ 212271 w 3582020"/>
                <a:gd name="connsiteY13" fmla="*/ 22545 h 3150515"/>
                <a:gd name="connsiteX0" fmla="*/ 212271 w 3582020"/>
                <a:gd name="connsiteY0" fmla="*/ 23166 h 3151136"/>
                <a:gd name="connsiteX1" fmla="*/ 2253850 w 3582020"/>
                <a:gd name="connsiteY1" fmla="*/ 1178763 h 3151136"/>
                <a:gd name="connsiteX2" fmla="*/ 2970901 w 3582020"/>
                <a:gd name="connsiteY2" fmla="*/ 1294784 h 3151136"/>
                <a:gd name="connsiteX3" fmla="*/ 3556686 w 3582020"/>
                <a:gd name="connsiteY3" fmla="*/ 989082 h 3151136"/>
                <a:gd name="connsiteX4" fmla="*/ 3582020 w 3582020"/>
                <a:gd name="connsiteY4" fmla="*/ 1372894 h 3151136"/>
                <a:gd name="connsiteX5" fmla="*/ 3581557 w 3582020"/>
                <a:gd name="connsiteY5" fmla="*/ 1373206 h 3151136"/>
                <a:gd name="connsiteX6" fmla="*/ 3578963 w 3582020"/>
                <a:gd name="connsiteY6" fmla="*/ 1694910 h 3151136"/>
                <a:gd name="connsiteX7" fmla="*/ 1537750 w 3582020"/>
                <a:gd name="connsiteY7" fmla="*/ 2753383 h 3151136"/>
                <a:gd name="connsiteX8" fmla="*/ 1527371 w 3582020"/>
                <a:gd name="connsiteY8" fmla="*/ 2760392 h 3151136"/>
                <a:gd name="connsiteX9" fmla="*/ 743982 w 3582020"/>
                <a:gd name="connsiteY9" fmla="*/ 3151136 h 3151136"/>
                <a:gd name="connsiteX10" fmla="*/ 62288 w 3582020"/>
                <a:gd name="connsiteY10" fmla="*/ 2645523 h 3151136"/>
                <a:gd name="connsiteX11" fmla="*/ 37419 w 3582020"/>
                <a:gd name="connsiteY11" fmla="*/ 2159562 h 3151136"/>
                <a:gd name="connsiteX12" fmla="*/ 124275 w 3582020"/>
                <a:gd name="connsiteY12" fmla="*/ 121192 h 3151136"/>
                <a:gd name="connsiteX13" fmla="*/ 212271 w 3582020"/>
                <a:gd name="connsiteY13" fmla="*/ 23166 h 3151136"/>
                <a:gd name="connsiteX0" fmla="*/ 212271 w 3582020"/>
                <a:gd name="connsiteY0" fmla="*/ 23166 h 3151136"/>
                <a:gd name="connsiteX1" fmla="*/ 2253850 w 3582020"/>
                <a:gd name="connsiteY1" fmla="*/ 1178763 h 3151136"/>
                <a:gd name="connsiteX2" fmla="*/ 2970901 w 3582020"/>
                <a:gd name="connsiteY2" fmla="*/ 1294784 h 3151136"/>
                <a:gd name="connsiteX3" fmla="*/ 3556686 w 3582020"/>
                <a:gd name="connsiteY3" fmla="*/ 989082 h 3151136"/>
                <a:gd name="connsiteX4" fmla="*/ 3582020 w 3582020"/>
                <a:gd name="connsiteY4" fmla="*/ 1372894 h 3151136"/>
                <a:gd name="connsiteX5" fmla="*/ 3581557 w 3582020"/>
                <a:gd name="connsiteY5" fmla="*/ 1373206 h 3151136"/>
                <a:gd name="connsiteX6" fmla="*/ 3578963 w 3582020"/>
                <a:gd name="connsiteY6" fmla="*/ 1694910 h 3151136"/>
                <a:gd name="connsiteX7" fmla="*/ 1537750 w 3582020"/>
                <a:gd name="connsiteY7" fmla="*/ 2753383 h 3151136"/>
                <a:gd name="connsiteX8" fmla="*/ 1527371 w 3582020"/>
                <a:gd name="connsiteY8" fmla="*/ 2760392 h 3151136"/>
                <a:gd name="connsiteX9" fmla="*/ 743982 w 3582020"/>
                <a:gd name="connsiteY9" fmla="*/ 3151136 h 3151136"/>
                <a:gd name="connsiteX10" fmla="*/ 62288 w 3582020"/>
                <a:gd name="connsiteY10" fmla="*/ 2645523 h 3151136"/>
                <a:gd name="connsiteX11" fmla="*/ 37419 w 3582020"/>
                <a:gd name="connsiteY11" fmla="*/ 2159562 h 3151136"/>
                <a:gd name="connsiteX12" fmla="*/ 124275 w 3582020"/>
                <a:gd name="connsiteY12" fmla="*/ 121192 h 3151136"/>
                <a:gd name="connsiteX13" fmla="*/ 212271 w 3582020"/>
                <a:gd name="connsiteY13" fmla="*/ 23166 h 3151136"/>
                <a:gd name="connsiteX0" fmla="*/ 212271 w 3582020"/>
                <a:gd name="connsiteY0" fmla="*/ 23166 h 3151136"/>
                <a:gd name="connsiteX1" fmla="*/ 2253850 w 3582020"/>
                <a:gd name="connsiteY1" fmla="*/ 1178763 h 3151136"/>
                <a:gd name="connsiteX2" fmla="*/ 2970901 w 3582020"/>
                <a:gd name="connsiteY2" fmla="*/ 1294784 h 3151136"/>
                <a:gd name="connsiteX3" fmla="*/ 3556686 w 3582020"/>
                <a:gd name="connsiteY3" fmla="*/ 989082 h 3151136"/>
                <a:gd name="connsiteX4" fmla="*/ 3582020 w 3582020"/>
                <a:gd name="connsiteY4" fmla="*/ 1372894 h 3151136"/>
                <a:gd name="connsiteX5" fmla="*/ 3581557 w 3582020"/>
                <a:gd name="connsiteY5" fmla="*/ 1373206 h 3151136"/>
                <a:gd name="connsiteX6" fmla="*/ 3578963 w 3582020"/>
                <a:gd name="connsiteY6" fmla="*/ 1694910 h 3151136"/>
                <a:gd name="connsiteX7" fmla="*/ 1537750 w 3582020"/>
                <a:gd name="connsiteY7" fmla="*/ 2753383 h 3151136"/>
                <a:gd name="connsiteX8" fmla="*/ 1527371 w 3582020"/>
                <a:gd name="connsiteY8" fmla="*/ 2760392 h 3151136"/>
                <a:gd name="connsiteX9" fmla="*/ 743982 w 3582020"/>
                <a:gd name="connsiteY9" fmla="*/ 3151136 h 3151136"/>
                <a:gd name="connsiteX10" fmla="*/ 62288 w 3582020"/>
                <a:gd name="connsiteY10" fmla="*/ 2645523 h 3151136"/>
                <a:gd name="connsiteX11" fmla="*/ 37419 w 3582020"/>
                <a:gd name="connsiteY11" fmla="*/ 2159562 h 3151136"/>
                <a:gd name="connsiteX12" fmla="*/ 124275 w 3582020"/>
                <a:gd name="connsiteY12" fmla="*/ 121192 h 3151136"/>
                <a:gd name="connsiteX13" fmla="*/ 212271 w 3582020"/>
                <a:gd name="connsiteY13" fmla="*/ 23166 h 3151136"/>
                <a:gd name="connsiteX0" fmla="*/ 212271 w 3582020"/>
                <a:gd name="connsiteY0" fmla="*/ 24555 h 3152525"/>
                <a:gd name="connsiteX1" fmla="*/ 2253850 w 3582020"/>
                <a:gd name="connsiteY1" fmla="*/ 1180152 h 3152525"/>
                <a:gd name="connsiteX2" fmla="*/ 2970901 w 3582020"/>
                <a:gd name="connsiteY2" fmla="*/ 1296173 h 3152525"/>
                <a:gd name="connsiteX3" fmla="*/ 3556686 w 3582020"/>
                <a:gd name="connsiteY3" fmla="*/ 990471 h 3152525"/>
                <a:gd name="connsiteX4" fmla="*/ 3582020 w 3582020"/>
                <a:gd name="connsiteY4" fmla="*/ 1374283 h 3152525"/>
                <a:gd name="connsiteX5" fmla="*/ 3581557 w 3582020"/>
                <a:gd name="connsiteY5" fmla="*/ 1374595 h 3152525"/>
                <a:gd name="connsiteX6" fmla="*/ 3578963 w 3582020"/>
                <a:gd name="connsiteY6" fmla="*/ 1696299 h 3152525"/>
                <a:gd name="connsiteX7" fmla="*/ 1537750 w 3582020"/>
                <a:gd name="connsiteY7" fmla="*/ 2754772 h 3152525"/>
                <a:gd name="connsiteX8" fmla="*/ 1527371 w 3582020"/>
                <a:gd name="connsiteY8" fmla="*/ 2761781 h 3152525"/>
                <a:gd name="connsiteX9" fmla="*/ 743982 w 3582020"/>
                <a:gd name="connsiteY9" fmla="*/ 3152525 h 3152525"/>
                <a:gd name="connsiteX10" fmla="*/ 62288 w 3582020"/>
                <a:gd name="connsiteY10" fmla="*/ 2646912 h 3152525"/>
                <a:gd name="connsiteX11" fmla="*/ 37419 w 3582020"/>
                <a:gd name="connsiteY11" fmla="*/ 2160951 h 3152525"/>
                <a:gd name="connsiteX12" fmla="*/ 124275 w 3582020"/>
                <a:gd name="connsiteY12" fmla="*/ 122581 h 3152525"/>
                <a:gd name="connsiteX13" fmla="*/ 212271 w 3582020"/>
                <a:gd name="connsiteY13" fmla="*/ 24555 h 3152525"/>
                <a:gd name="connsiteX0" fmla="*/ 212271 w 3582020"/>
                <a:gd name="connsiteY0" fmla="*/ 24555 h 3152525"/>
                <a:gd name="connsiteX1" fmla="*/ 2253850 w 3582020"/>
                <a:gd name="connsiteY1" fmla="*/ 1180152 h 3152525"/>
                <a:gd name="connsiteX2" fmla="*/ 2970901 w 3582020"/>
                <a:gd name="connsiteY2" fmla="*/ 1296173 h 3152525"/>
                <a:gd name="connsiteX3" fmla="*/ 3556686 w 3582020"/>
                <a:gd name="connsiteY3" fmla="*/ 990471 h 3152525"/>
                <a:gd name="connsiteX4" fmla="*/ 3582020 w 3582020"/>
                <a:gd name="connsiteY4" fmla="*/ 1374283 h 3152525"/>
                <a:gd name="connsiteX5" fmla="*/ 3581557 w 3582020"/>
                <a:gd name="connsiteY5" fmla="*/ 1374595 h 3152525"/>
                <a:gd name="connsiteX6" fmla="*/ 3578963 w 3582020"/>
                <a:gd name="connsiteY6" fmla="*/ 1696299 h 3152525"/>
                <a:gd name="connsiteX7" fmla="*/ 1537750 w 3582020"/>
                <a:gd name="connsiteY7" fmla="*/ 2754772 h 3152525"/>
                <a:gd name="connsiteX8" fmla="*/ 1527371 w 3582020"/>
                <a:gd name="connsiteY8" fmla="*/ 2761781 h 3152525"/>
                <a:gd name="connsiteX9" fmla="*/ 743982 w 3582020"/>
                <a:gd name="connsiteY9" fmla="*/ 3152525 h 3152525"/>
                <a:gd name="connsiteX10" fmla="*/ 62288 w 3582020"/>
                <a:gd name="connsiteY10" fmla="*/ 2646912 h 3152525"/>
                <a:gd name="connsiteX11" fmla="*/ 37419 w 3582020"/>
                <a:gd name="connsiteY11" fmla="*/ 2160951 h 3152525"/>
                <a:gd name="connsiteX12" fmla="*/ 124275 w 3582020"/>
                <a:gd name="connsiteY12" fmla="*/ 122581 h 3152525"/>
                <a:gd name="connsiteX13" fmla="*/ 212271 w 3582020"/>
                <a:gd name="connsiteY13" fmla="*/ 24555 h 3152525"/>
                <a:gd name="connsiteX0" fmla="*/ 212271 w 3582020"/>
                <a:gd name="connsiteY0" fmla="*/ 23242 h 3151212"/>
                <a:gd name="connsiteX1" fmla="*/ 2253850 w 3582020"/>
                <a:gd name="connsiteY1" fmla="*/ 1178839 h 3151212"/>
                <a:gd name="connsiteX2" fmla="*/ 3119286 w 3582020"/>
                <a:gd name="connsiteY2" fmla="*/ 1320656 h 3151212"/>
                <a:gd name="connsiteX3" fmla="*/ 3556686 w 3582020"/>
                <a:gd name="connsiteY3" fmla="*/ 989158 h 3151212"/>
                <a:gd name="connsiteX4" fmla="*/ 3582020 w 3582020"/>
                <a:gd name="connsiteY4" fmla="*/ 1372970 h 3151212"/>
                <a:gd name="connsiteX5" fmla="*/ 3581557 w 3582020"/>
                <a:gd name="connsiteY5" fmla="*/ 1373282 h 3151212"/>
                <a:gd name="connsiteX6" fmla="*/ 3578963 w 3582020"/>
                <a:gd name="connsiteY6" fmla="*/ 1694986 h 3151212"/>
                <a:gd name="connsiteX7" fmla="*/ 1537750 w 3582020"/>
                <a:gd name="connsiteY7" fmla="*/ 2753459 h 3151212"/>
                <a:gd name="connsiteX8" fmla="*/ 1527371 w 3582020"/>
                <a:gd name="connsiteY8" fmla="*/ 2760468 h 3151212"/>
                <a:gd name="connsiteX9" fmla="*/ 743982 w 3582020"/>
                <a:gd name="connsiteY9" fmla="*/ 3151212 h 3151212"/>
                <a:gd name="connsiteX10" fmla="*/ 62288 w 3582020"/>
                <a:gd name="connsiteY10" fmla="*/ 2645599 h 3151212"/>
                <a:gd name="connsiteX11" fmla="*/ 37419 w 3582020"/>
                <a:gd name="connsiteY11" fmla="*/ 2159638 h 3151212"/>
                <a:gd name="connsiteX12" fmla="*/ 124275 w 3582020"/>
                <a:gd name="connsiteY12" fmla="*/ 121268 h 3151212"/>
                <a:gd name="connsiteX13" fmla="*/ 212271 w 3582020"/>
                <a:gd name="connsiteY13" fmla="*/ 23242 h 3151212"/>
                <a:gd name="connsiteX0" fmla="*/ 212271 w 3582020"/>
                <a:gd name="connsiteY0" fmla="*/ 23975 h 3151945"/>
                <a:gd name="connsiteX1" fmla="*/ 1832820 w 3582020"/>
                <a:gd name="connsiteY1" fmla="*/ 1140228 h 3151945"/>
                <a:gd name="connsiteX2" fmla="*/ 3119286 w 3582020"/>
                <a:gd name="connsiteY2" fmla="*/ 1321389 h 3151945"/>
                <a:gd name="connsiteX3" fmla="*/ 3556686 w 3582020"/>
                <a:gd name="connsiteY3" fmla="*/ 989891 h 3151945"/>
                <a:gd name="connsiteX4" fmla="*/ 3582020 w 3582020"/>
                <a:gd name="connsiteY4" fmla="*/ 1373703 h 3151945"/>
                <a:gd name="connsiteX5" fmla="*/ 3581557 w 3582020"/>
                <a:gd name="connsiteY5" fmla="*/ 1374015 h 3151945"/>
                <a:gd name="connsiteX6" fmla="*/ 3578963 w 3582020"/>
                <a:gd name="connsiteY6" fmla="*/ 1695719 h 3151945"/>
                <a:gd name="connsiteX7" fmla="*/ 1537750 w 3582020"/>
                <a:gd name="connsiteY7" fmla="*/ 2754192 h 3151945"/>
                <a:gd name="connsiteX8" fmla="*/ 1527371 w 3582020"/>
                <a:gd name="connsiteY8" fmla="*/ 2761201 h 3151945"/>
                <a:gd name="connsiteX9" fmla="*/ 743982 w 3582020"/>
                <a:gd name="connsiteY9" fmla="*/ 3151945 h 3151945"/>
                <a:gd name="connsiteX10" fmla="*/ 62288 w 3582020"/>
                <a:gd name="connsiteY10" fmla="*/ 2646332 h 3151945"/>
                <a:gd name="connsiteX11" fmla="*/ 37419 w 3582020"/>
                <a:gd name="connsiteY11" fmla="*/ 2160371 h 3151945"/>
                <a:gd name="connsiteX12" fmla="*/ 124275 w 3582020"/>
                <a:gd name="connsiteY12" fmla="*/ 122001 h 3151945"/>
                <a:gd name="connsiteX13" fmla="*/ 212271 w 3582020"/>
                <a:gd name="connsiteY13" fmla="*/ 23975 h 3151945"/>
                <a:gd name="connsiteX0" fmla="*/ 212271 w 3582020"/>
                <a:gd name="connsiteY0" fmla="*/ 24014 h 3151984"/>
                <a:gd name="connsiteX1" fmla="*/ 1832820 w 3582020"/>
                <a:gd name="connsiteY1" fmla="*/ 1140267 h 3151984"/>
                <a:gd name="connsiteX2" fmla="*/ 2884773 w 3582020"/>
                <a:gd name="connsiteY2" fmla="*/ 1333872 h 3151984"/>
                <a:gd name="connsiteX3" fmla="*/ 3556686 w 3582020"/>
                <a:gd name="connsiteY3" fmla="*/ 989930 h 3151984"/>
                <a:gd name="connsiteX4" fmla="*/ 3582020 w 3582020"/>
                <a:gd name="connsiteY4" fmla="*/ 1373742 h 3151984"/>
                <a:gd name="connsiteX5" fmla="*/ 3581557 w 3582020"/>
                <a:gd name="connsiteY5" fmla="*/ 1374054 h 3151984"/>
                <a:gd name="connsiteX6" fmla="*/ 3578963 w 3582020"/>
                <a:gd name="connsiteY6" fmla="*/ 1695758 h 3151984"/>
                <a:gd name="connsiteX7" fmla="*/ 1537750 w 3582020"/>
                <a:gd name="connsiteY7" fmla="*/ 2754231 h 3151984"/>
                <a:gd name="connsiteX8" fmla="*/ 1527371 w 3582020"/>
                <a:gd name="connsiteY8" fmla="*/ 2761240 h 3151984"/>
                <a:gd name="connsiteX9" fmla="*/ 743982 w 3582020"/>
                <a:gd name="connsiteY9" fmla="*/ 3151984 h 3151984"/>
                <a:gd name="connsiteX10" fmla="*/ 62288 w 3582020"/>
                <a:gd name="connsiteY10" fmla="*/ 2646371 h 3151984"/>
                <a:gd name="connsiteX11" fmla="*/ 37419 w 3582020"/>
                <a:gd name="connsiteY11" fmla="*/ 2160410 h 3151984"/>
                <a:gd name="connsiteX12" fmla="*/ 124275 w 3582020"/>
                <a:gd name="connsiteY12" fmla="*/ 122040 h 3151984"/>
                <a:gd name="connsiteX13" fmla="*/ 212271 w 3582020"/>
                <a:gd name="connsiteY13" fmla="*/ 24014 h 3151984"/>
                <a:gd name="connsiteX0" fmla="*/ 212271 w 3582020"/>
                <a:gd name="connsiteY0" fmla="*/ 24109 h 3152079"/>
                <a:gd name="connsiteX1" fmla="*/ 1832820 w 3582020"/>
                <a:gd name="connsiteY1" fmla="*/ 1140362 h 3152079"/>
                <a:gd name="connsiteX2" fmla="*/ 2714439 w 3582020"/>
                <a:gd name="connsiteY2" fmla="*/ 1364339 h 3152079"/>
                <a:gd name="connsiteX3" fmla="*/ 3556686 w 3582020"/>
                <a:gd name="connsiteY3" fmla="*/ 990025 h 3152079"/>
                <a:gd name="connsiteX4" fmla="*/ 3582020 w 3582020"/>
                <a:gd name="connsiteY4" fmla="*/ 1373837 h 3152079"/>
                <a:gd name="connsiteX5" fmla="*/ 3581557 w 3582020"/>
                <a:gd name="connsiteY5" fmla="*/ 1374149 h 3152079"/>
                <a:gd name="connsiteX6" fmla="*/ 3578963 w 3582020"/>
                <a:gd name="connsiteY6" fmla="*/ 1695853 h 3152079"/>
                <a:gd name="connsiteX7" fmla="*/ 1537750 w 3582020"/>
                <a:gd name="connsiteY7" fmla="*/ 2754326 h 3152079"/>
                <a:gd name="connsiteX8" fmla="*/ 1527371 w 3582020"/>
                <a:gd name="connsiteY8" fmla="*/ 2761335 h 3152079"/>
                <a:gd name="connsiteX9" fmla="*/ 743982 w 3582020"/>
                <a:gd name="connsiteY9" fmla="*/ 3152079 h 3152079"/>
                <a:gd name="connsiteX10" fmla="*/ 62288 w 3582020"/>
                <a:gd name="connsiteY10" fmla="*/ 2646466 h 3152079"/>
                <a:gd name="connsiteX11" fmla="*/ 37419 w 3582020"/>
                <a:gd name="connsiteY11" fmla="*/ 2160505 h 3152079"/>
                <a:gd name="connsiteX12" fmla="*/ 124275 w 3582020"/>
                <a:gd name="connsiteY12" fmla="*/ 122135 h 3152079"/>
                <a:gd name="connsiteX13" fmla="*/ 212271 w 3582020"/>
                <a:gd name="connsiteY13" fmla="*/ 24109 h 3152079"/>
                <a:gd name="connsiteX0" fmla="*/ 212271 w 3582020"/>
                <a:gd name="connsiteY0" fmla="*/ 24166 h 3152136"/>
                <a:gd name="connsiteX1" fmla="*/ 1832820 w 3582020"/>
                <a:gd name="connsiteY1" fmla="*/ 1140419 h 3152136"/>
                <a:gd name="connsiteX2" fmla="*/ 2628275 w 3582020"/>
                <a:gd name="connsiteY2" fmla="*/ 1382591 h 3152136"/>
                <a:gd name="connsiteX3" fmla="*/ 3556686 w 3582020"/>
                <a:gd name="connsiteY3" fmla="*/ 990082 h 3152136"/>
                <a:gd name="connsiteX4" fmla="*/ 3582020 w 3582020"/>
                <a:gd name="connsiteY4" fmla="*/ 1373894 h 3152136"/>
                <a:gd name="connsiteX5" fmla="*/ 3581557 w 3582020"/>
                <a:gd name="connsiteY5" fmla="*/ 1374206 h 3152136"/>
                <a:gd name="connsiteX6" fmla="*/ 3578963 w 3582020"/>
                <a:gd name="connsiteY6" fmla="*/ 1695910 h 3152136"/>
                <a:gd name="connsiteX7" fmla="*/ 1537750 w 3582020"/>
                <a:gd name="connsiteY7" fmla="*/ 2754383 h 3152136"/>
                <a:gd name="connsiteX8" fmla="*/ 1527371 w 3582020"/>
                <a:gd name="connsiteY8" fmla="*/ 2761392 h 3152136"/>
                <a:gd name="connsiteX9" fmla="*/ 743982 w 3582020"/>
                <a:gd name="connsiteY9" fmla="*/ 3152136 h 3152136"/>
                <a:gd name="connsiteX10" fmla="*/ 62288 w 3582020"/>
                <a:gd name="connsiteY10" fmla="*/ 2646523 h 3152136"/>
                <a:gd name="connsiteX11" fmla="*/ 37419 w 3582020"/>
                <a:gd name="connsiteY11" fmla="*/ 2160562 h 3152136"/>
                <a:gd name="connsiteX12" fmla="*/ 124275 w 3582020"/>
                <a:gd name="connsiteY12" fmla="*/ 122192 h 3152136"/>
                <a:gd name="connsiteX13" fmla="*/ 212271 w 3582020"/>
                <a:gd name="connsiteY13" fmla="*/ 24166 h 3152136"/>
                <a:gd name="connsiteX0" fmla="*/ 212271 w 3582020"/>
                <a:gd name="connsiteY0" fmla="*/ 24166 h 3152136"/>
                <a:gd name="connsiteX1" fmla="*/ 1832820 w 3582020"/>
                <a:gd name="connsiteY1" fmla="*/ 1140419 h 3152136"/>
                <a:gd name="connsiteX2" fmla="*/ 2628275 w 3582020"/>
                <a:gd name="connsiteY2" fmla="*/ 1382591 h 3152136"/>
                <a:gd name="connsiteX3" fmla="*/ 3556847 w 3582020"/>
                <a:gd name="connsiteY3" fmla="*/ 1080288 h 3152136"/>
                <a:gd name="connsiteX4" fmla="*/ 3582020 w 3582020"/>
                <a:gd name="connsiteY4" fmla="*/ 1373894 h 3152136"/>
                <a:gd name="connsiteX5" fmla="*/ 3581557 w 3582020"/>
                <a:gd name="connsiteY5" fmla="*/ 1374206 h 3152136"/>
                <a:gd name="connsiteX6" fmla="*/ 3578963 w 3582020"/>
                <a:gd name="connsiteY6" fmla="*/ 1695910 h 3152136"/>
                <a:gd name="connsiteX7" fmla="*/ 1537750 w 3582020"/>
                <a:gd name="connsiteY7" fmla="*/ 2754383 h 3152136"/>
                <a:gd name="connsiteX8" fmla="*/ 1527371 w 3582020"/>
                <a:gd name="connsiteY8" fmla="*/ 2761392 h 3152136"/>
                <a:gd name="connsiteX9" fmla="*/ 743982 w 3582020"/>
                <a:gd name="connsiteY9" fmla="*/ 3152136 h 3152136"/>
                <a:gd name="connsiteX10" fmla="*/ 62288 w 3582020"/>
                <a:gd name="connsiteY10" fmla="*/ 2646523 h 3152136"/>
                <a:gd name="connsiteX11" fmla="*/ 37419 w 3582020"/>
                <a:gd name="connsiteY11" fmla="*/ 2160562 h 3152136"/>
                <a:gd name="connsiteX12" fmla="*/ 124275 w 3582020"/>
                <a:gd name="connsiteY12" fmla="*/ 122192 h 3152136"/>
                <a:gd name="connsiteX13" fmla="*/ 212271 w 3582020"/>
                <a:gd name="connsiteY13" fmla="*/ 24166 h 3152136"/>
                <a:gd name="connsiteX0" fmla="*/ 212271 w 3582020"/>
                <a:gd name="connsiteY0" fmla="*/ 24166 h 3152136"/>
                <a:gd name="connsiteX1" fmla="*/ 1832820 w 3582020"/>
                <a:gd name="connsiteY1" fmla="*/ 1140419 h 3152136"/>
                <a:gd name="connsiteX2" fmla="*/ 2628275 w 3582020"/>
                <a:gd name="connsiteY2" fmla="*/ 1382591 h 3152136"/>
                <a:gd name="connsiteX3" fmla="*/ 3556847 w 3582020"/>
                <a:gd name="connsiteY3" fmla="*/ 1080288 h 3152136"/>
                <a:gd name="connsiteX4" fmla="*/ 3582020 w 3582020"/>
                <a:gd name="connsiteY4" fmla="*/ 1373894 h 3152136"/>
                <a:gd name="connsiteX5" fmla="*/ 3581557 w 3582020"/>
                <a:gd name="connsiteY5" fmla="*/ 1374206 h 3152136"/>
                <a:gd name="connsiteX6" fmla="*/ 3578963 w 3582020"/>
                <a:gd name="connsiteY6" fmla="*/ 1695910 h 3152136"/>
                <a:gd name="connsiteX7" fmla="*/ 1537750 w 3582020"/>
                <a:gd name="connsiteY7" fmla="*/ 2754383 h 3152136"/>
                <a:gd name="connsiteX8" fmla="*/ 1527371 w 3582020"/>
                <a:gd name="connsiteY8" fmla="*/ 2761392 h 3152136"/>
                <a:gd name="connsiteX9" fmla="*/ 743982 w 3582020"/>
                <a:gd name="connsiteY9" fmla="*/ 3152136 h 3152136"/>
                <a:gd name="connsiteX10" fmla="*/ 62288 w 3582020"/>
                <a:gd name="connsiteY10" fmla="*/ 2646523 h 3152136"/>
                <a:gd name="connsiteX11" fmla="*/ 37419 w 3582020"/>
                <a:gd name="connsiteY11" fmla="*/ 2160562 h 3152136"/>
                <a:gd name="connsiteX12" fmla="*/ 124275 w 3582020"/>
                <a:gd name="connsiteY12" fmla="*/ 122192 h 3152136"/>
                <a:gd name="connsiteX13" fmla="*/ 212271 w 3582020"/>
                <a:gd name="connsiteY13" fmla="*/ 24166 h 3152136"/>
                <a:gd name="connsiteX0" fmla="*/ 212271 w 3582020"/>
                <a:gd name="connsiteY0" fmla="*/ 24166 h 3152136"/>
                <a:gd name="connsiteX1" fmla="*/ 1832820 w 3582020"/>
                <a:gd name="connsiteY1" fmla="*/ 1140419 h 3152136"/>
                <a:gd name="connsiteX2" fmla="*/ 2628275 w 3582020"/>
                <a:gd name="connsiteY2" fmla="*/ 1382591 h 3152136"/>
                <a:gd name="connsiteX3" fmla="*/ 3556847 w 3582020"/>
                <a:gd name="connsiteY3" fmla="*/ 1080288 h 3152136"/>
                <a:gd name="connsiteX4" fmla="*/ 3582020 w 3582020"/>
                <a:gd name="connsiteY4" fmla="*/ 1373894 h 3152136"/>
                <a:gd name="connsiteX5" fmla="*/ 3581557 w 3582020"/>
                <a:gd name="connsiteY5" fmla="*/ 1374206 h 3152136"/>
                <a:gd name="connsiteX6" fmla="*/ 3578963 w 3582020"/>
                <a:gd name="connsiteY6" fmla="*/ 1695910 h 3152136"/>
                <a:gd name="connsiteX7" fmla="*/ 1537750 w 3582020"/>
                <a:gd name="connsiteY7" fmla="*/ 2754383 h 3152136"/>
                <a:gd name="connsiteX8" fmla="*/ 1527371 w 3582020"/>
                <a:gd name="connsiteY8" fmla="*/ 2761392 h 3152136"/>
                <a:gd name="connsiteX9" fmla="*/ 743982 w 3582020"/>
                <a:gd name="connsiteY9" fmla="*/ 3152136 h 3152136"/>
                <a:gd name="connsiteX10" fmla="*/ 62288 w 3582020"/>
                <a:gd name="connsiteY10" fmla="*/ 2646523 h 3152136"/>
                <a:gd name="connsiteX11" fmla="*/ 37419 w 3582020"/>
                <a:gd name="connsiteY11" fmla="*/ 2160562 h 3152136"/>
                <a:gd name="connsiteX12" fmla="*/ 124275 w 3582020"/>
                <a:gd name="connsiteY12" fmla="*/ 122192 h 3152136"/>
                <a:gd name="connsiteX13" fmla="*/ 212271 w 3582020"/>
                <a:gd name="connsiteY13" fmla="*/ 24166 h 3152136"/>
                <a:gd name="connsiteX0" fmla="*/ 212271 w 3582020"/>
                <a:gd name="connsiteY0" fmla="*/ 24166 h 3152136"/>
                <a:gd name="connsiteX1" fmla="*/ 1832820 w 3582020"/>
                <a:gd name="connsiteY1" fmla="*/ 1140419 h 3152136"/>
                <a:gd name="connsiteX2" fmla="*/ 2628275 w 3582020"/>
                <a:gd name="connsiteY2" fmla="*/ 1382591 h 3152136"/>
                <a:gd name="connsiteX3" fmla="*/ 3556847 w 3582020"/>
                <a:gd name="connsiteY3" fmla="*/ 1080288 h 3152136"/>
                <a:gd name="connsiteX4" fmla="*/ 3582020 w 3582020"/>
                <a:gd name="connsiteY4" fmla="*/ 1373894 h 3152136"/>
                <a:gd name="connsiteX5" fmla="*/ 3581557 w 3582020"/>
                <a:gd name="connsiteY5" fmla="*/ 1374206 h 3152136"/>
                <a:gd name="connsiteX6" fmla="*/ 3578963 w 3582020"/>
                <a:gd name="connsiteY6" fmla="*/ 1695910 h 3152136"/>
                <a:gd name="connsiteX7" fmla="*/ 1537750 w 3582020"/>
                <a:gd name="connsiteY7" fmla="*/ 2754383 h 3152136"/>
                <a:gd name="connsiteX8" fmla="*/ 1516378 w 3582020"/>
                <a:gd name="connsiteY8" fmla="*/ 2739504 h 3152136"/>
                <a:gd name="connsiteX9" fmla="*/ 743982 w 3582020"/>
                <a:gd name="connsiteY9" fmla="*/ 3152136 h 3152136"/>
                <a:gd name="connsiteX10" fmla="*/ 62288 w 3582020"/>
                <a:gd name="connsiteY10" fmla="*/ 2646523 h 3152136"/>
                <a:gd name="connsiteX11" fmla="*/ 37419 w 3582020"/>
                <a:gd name="connsiteY11" fmla="*/ 2160562 h 3152136"/>
                <a:gd name="connsiteX12" fmla="*/ 124275 w 3582020"/>
                <a:gd name="connsiteY12" fmla="*/ 122192 h 3152136"/>
                <a:gd name="connsiteX13" fmla="*/ 212271 w 3582020"/>
                <a:gd name="connsiteY13" fmla="*/ 24166 h 3152136"/>
                <a:gd name="connsiteX0" fmla="*/ 212271 w 3582020"/>
                <a:gd name="connsiteY0" fmla="*/ 24166 h 3152136"/>
                <a:gd name="connsiteX1" fmla="*/ 1832820 w 3582020"/>
                <a:gd name="connsiteY1" fmla="*/ 1140419 h 3152136"/>
                <a:gd name="connsiteX2" fmla="*/ 2628275 w 3582020"/>
                <a:gd name="connsiteY2" fmla="*/ 1382591 h 3152136"/>
                <a:gd name="connsiteX3" fmla="*/ 3556847 w 3582020"/>
                <a:gd name="connsiteY3" fmla="*/ 1080288 h 3152136"/>
                <a:gd name="connsiteX4" fmla="*/ 3582020 w 3582020"/>
                <a:gd name="connsiteY4" fmla="*/ 1373894 h 3152136"/>
                <a:gd name="connsiteX5" fmla="*/ 3581557 w 3582020"/>
                <a:gd name="connsiteY5" fmla="*/ 1374206 h 3152136"/>
                <a:gd name="connsiteX6" fmla="*/ 3578963 w 3582020"/>
                <a:gd name="connsiteY6" fmla="*/ 1695910 h 3152136"/>
                <a:gd name="connsiteX7" fmla="*/ 1529195 w 3582020"/>
                <a:gd name="connsiteY7" fmla="*/ 2734318 h 3152136"/>
                <a:gd name="connsiteX8" fmla="*/ 1516378 w 3582020"/>
                <a:gd name="connsiteY8" fmla="*/ 2739504 h 3152136"/>
                <a:gd name="connsiteX9" fmla="*/ 743982 w 3582020"/>
                <a:gd name="connsiteY9" fmla="*/ 3152136 h 3152136"/>
                <a:gd name="connsiteX10" fmla="*/ 62288 w 3582020"/>
                <a:gd name="connsiteY10" fmla="*/ 2646523 h 3152136"/>
                <a:gd name="connsiteX11" fmla="*/ 37419 w 3582020"/>
                <a:gd name="connsiteY11" fmla="*/ 2160562 h 3152136"/>
                <a:gd name="connsiteX12" fmla="*/ 124275 w 3582020"/>
                <a:gd name="connsiteY12" fmla="*/ 122192 h 3152136"/>
                <a:gd name="connsiteX13" fmla="*/ 212271 w 3582020"/>
                <a:gd name="connsiteY13" fmla="*/ 24166 h 3152136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556847 w 3582020"/>
                <a:gd name="connsiteY3" fmla="*/ 1080288 h 3121100"/>
                <a:gd name="connsiteX4" fmla="*/ 3582020 w 3582020"/>
                <a:gd name="connsiteY4" fmla="*/ 1373894 h 3121100"/>
                <a:gd name="connsiteX5" fmla="*/ 3581557 w 3582020"/>
                <a:gd name="connsiteY5" fmla="*/ 1374206 h 3121100"/>
                <a:gd name="connsiteX6" fmla="*/ 3578963 w 3582020"/>
                <a:gd name="connsiteY6" fmla="*/ 1695910 h 3121100"/>
                <a:gd name="connsiteX7" fmla="*/ 1529195 w 3582020"/>
                <a:gd name="connsiteY7" fmla="*/ 2734318 h 3121100"/>
                <a:gd name="connsiteX8" fmla="*/ 1516378 w 3582020"/>
                <a:gd name="connsiteY8" fmla="*/ 2739504 h 3121100"/>
                <a:gd name="connsiteX9" fmla="*/ 745144 w 3582020"/>
                <a:gd name="connsiteY9" fmla="*/ 3121100 h 3121100"/>
                <a:gd name="connsiteX10" fmla="*/ 62288 w 3582020"/>
                <a:gd name="connsiteY10" fmla="*/ 2646523 h 3121100"/>
                <a:gd name="connsiteX11" fmla="*/ 37419 w 3582020"/>
                <a:gd name="connsiteY11" fmla="*/ 2160562 h 3121100"/>
                <a:gd name="connsiteX12" fmla="*/ 124275 w 3582020"/>
                <a:gd name="connsiteY12" fmla="*/ 122192 h 3121100"/>
                <a:gd name="connsiteX13" fmla="*/ 212271 w 3582020"/>
                <a:gd name="connsiteY13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556847 w 3582020"/>
                <a:gd name="connsiteY3" fmla="*/ 1080288 h 3121100"/>
                <a:gd name="connsiteX4" fmla="*/ 3582020 w 3582020"/>
                <a:gd name="connsiteY4" fmla="*/ 1373894 h 3121100"/>
                <a:gd name="connsiteX5" fmla="*/ 3574261 w 3582020"/>
                <a:gd name="connsiteY5" fmla="*/ 1377870 h 3121100"/>
                <a:gd name="connsiteX6" fmla="*/ 3578963 w 3582020"/>
                <a:gd name="connsiteY6" fmla="*/ 1695910 h 3121100"/>
                <a:gd name="connsiteX7" fmla="*/ 1529195 w 3582020"/>
                <a:gd name="connsiteY7" fmla="*/ 2734318 h 3121100"/>
                <a:gd name="connsiteX8" fmla="*/ 1516378 w 3582020"/>
                <a:gd name="connsiteY8" fmla="*/ 2739504 h 3121100"/>
                <a:gd name="connsiteX9" fmla="*/ 745144 w 3582020"/>
                <a:gd name="connsiteY9" fmla="*/ 3121100 h 3121100"/>
                <a:gd name="connsiteX10" fmla="*/ 62288 w 3582020"/>
                <a:gd name="connsiteY10" fmla="*/ 2646523 h 3121100"/>
                <a:gd name="connsiteX11" fmla="*/ 37419 w 3582020"/>
                <a:gd name="connsiteY11" fmla="*/ 2160562 h 3121100"/>
                <a:gd name="connsiteX12" fmla="*/ 124275 w 3582020"/>
                <a:gd name="connsiteY12" fmla="*/ 122192 h 3121100"/>
                <a:gd name="connsiteX13" fmla="*/ 212271 w 3582020"/>
                <a:gd name="connsiteY13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556847 w 3582020"/>
                <a:gd name="connsiteY3" fmla="*/ 1080288 h 3121100"/>
                <a:gd name="connsiteX4" fmla="*/ 3582020 w 3582020"/>
                <a:gd name="connsiteY4" fmla="*/ 1373894 h 3121100"/>
                <a:gd name="connsiteX5" fmla="*/ 3574261 w 3582020"/>
                <a:gd name="connsiteY5" fmla="*/ 1377870 h 3121100"/>
                <a:gd name="connsiteX6" fmla="*/ 3578963 w 3582020"/>
                <a:gd name="connsiteY6" fmla="*/ 1695910 h 3121100"/>
                <a:gd name="connsiteX7" fmla="*/ 1529195 w 3582020"/>
                <a:gd name="connsiteY7" fmla="*/ 2734318 h 3121100"/>
                <a:gd name="connsiteX8" fmla="*/ 1516378 w 3582020"/>
                <a:gd name="connsiteY8" fmla="*/ 2739504 h 3121100"/>
                <a:gd name="connsiteX9" fmla="*/ 745144 w 3582020"/>
                <a:gd name="connsiteY9" fmla="*/ 3121100 h 3121100"/>
                <a:gd name="connsiteX10" fmla="*/ 57667 w 3582020"/>
                <a:gd name="connsiteY10" fmla="*/ 2603366 h 3121100"/>
                <a:gd name="connsiteX11" fmla="*/ 37419 w 3582020"/>
                <a:gd name="connsiteY11" fmla="*/ 2160562 h 3121100"/>
                <a:gd name="connsiteX12" fmla="*/ 124275 w 3582020"/>
                <a:gd name="connsiteY12" fmla="*/ 122192 h 3121100"/>
                <a:gd name="connsiteX13" fmla="*/ 212271 w 3582020"/>
                <a:gd name="connsiteY13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556847 w 3582020"/>
                <a:gd name="connsiteY3" fmla="*/ 1080288 h 3121100"/>
                <a:gd name="connsiteX4" fmla="*/ 3582020 w 3582020"/>
                <a:gd name="connsiteY4" fmla="*/ 1373894 h 3121100"/>
                <a:gd name="connsiteX5" fmla="*/ 3574261 w 3582020"/>
                <a:gd name="connsiteY5" fmla="*/ 1377870 h 3121100"/>
                <a:gd name="connsiteX6" fmla="*/ 3578963 w 3582020"/>
                <a:gd name="connsiteY6" fmla="*/ 1695910 h 3121100"/>
                <a:gd name="connsiteX7" fmla="*/ 1529195 w 3582020"/>
                <a:gd name="connsiteY7" fmla="*/ 2734318 h 3121100"/>
                <a:gd name="connsiteX8" fmla="*/ 2254464 w 3582020"/>
                <a:gd name="connsiteY8" fmla="*/ 2590523 h 3121100"/>
                <a:gd name="connsiteX9" fmla="*/ 745144 w 3582020"/>
                <a:gd name="connsiteY9" fmla="*/ 3121100 h 3121100"/>
                <a:gd name="connsiteX10" fmla="*/ 57667 w 3582020"/>
                <a:gd name="connsiteY10" fmla="*/ 2603366 h 3121100"/>
                <a:gd name="connsiteX11" fmla="*/ 37419 w 3582020"/>
                <a:gd name="connsiteY11" fmla="*/ 2160562 h 3121100"/>
                <a:gd name="connsiteX12" fmla="*/ 124275 w 3582020"/>
                <a:gd name="connsiteY12" fmla="*/ 122192 h 3121100"/>
                <a:gd name="connsiteX13" fmla="*/ 212271 w 3582020"/>
                <a:gd name="connsiteY13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556847 w 3582020"/>
                <a:gd name="connsiteY3" fmla="*/ 1080288 h 3121100"/>
                <a:gd name="connsiteX4" fmla="*/ 3582020 w 3582020"/>
                <a:gd name="connsiteY4" fmla="*/ 1373894 h 3121100"/>
                <a:gd name="connsiteX5" fmla="*/ 3574261 w 3582020"/>
                <a:gd name="connsiteY5" fmla="*/ 1377870 h 3121100"/>
                <a:gd name="connsiteX6" fmla="*/ 3578963 w 3582020"/>
                <a:gd name="connsiteY6" fmla="*/ 1695910 h 3121100"/>
                <a:gd name="connsiteX7" fmla="*/ 1529195 w 3582020"/>
                <a:gd name="connsiteY7" fmla="*/ 2734318 h 3121100"/>
                <a:gd name="connsiteX8" fmla="*/ 2254464 w 3582020"/>
                <a:gd name="connsiteY8" fmla="*/ 2590523 h 3121100"/>
                <a:gd name="connsiteX9" fmla="*/ 745144 w 3582020"/>
                <a:gd name="connsiteY9" fmla="*/ 3121100 h 3121100"/>
                <a:gd name="connsiteX10" fmla="*/ 57667 w 3582020"/>
                <a:gd name="connsiteY10" fmla="*/ 2603366 h 3121100"/>
                <a:gd name="connsiteX11" fmla="*/ 37419 w 3582020"/>
                <a:gd name="connsiteY11" fmla="*/ 2160562 h 3121100"/>
                <a:gd name="connsiteX12" fmla="*/ 124275 w 3582020"/>
                <a:gd name="connsiteY12" fmla="*/ 122192 h 3121100"/>
                <a:gd name="connsiteX13" fmla="*/ 212271 w 3582020"/>
                <a:gd name="connsiteY13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556847 w 3582020"/>
                <a:gd name="connsiteY3" fmla="*/ 1080288 h 3121100"/>
                <a:gd name="connsiteX4" fmla="*/ 3582020 w 3582020"/>
                <a:gd name="connsiteY4" fmla="*/ 1373894 h 3121100"/>
                <a:gd name="connsiteX5" fmla="*/ 3574261 w 3582020"/>
                <a:gd name="connsiteY5" fmla="*/ 1377870 h 3121100"/>
                <a:gd name="connsiteX6" fmla="*/ 3578963 w 3582020"/>
                <a:gd name="connsiteY6" fmla="*/ 1695910 h 3121100"/>
                <a:gd name="connsiteX7" fmla="*/ 1529195 w 3582020"/>
                <a:gd name="connsiteY7" fmla="*/ 2734318 h 3121100"/>
                <a:gd name="connsiteX8" fmla="*/ 2254464 w 3582020"/>
                <a:gd name="connsiteY8" fmla="*/ 2590523 h 3121100"/>
                <a:gd name="connsiteX9" fmla="*/ 745144 w 3582020"/>
                <a:gd name="connsiteY9" fmla="*/ 3121100 h 3121100"/>
                <a:gd name="connsiteX10" fmla="*/ 57667 w 3582020"/>
                <a:gd name="connsiteY10" fmla="*/ 2603366 h 3121100"/>
                <a:gd name="connsiteX11" fmla="*/ 37419 w 3582020"/>
                <a:gd name="connsiteY11" fmla="*/ 2160562 h 3121100"/>
                <a:gd name="connsiteX12" fmla="*/ 124275 w 3582020"/>
                <a:gd name="connsiteY12" fmla="*/ 122192 h 3121100"/>
                <a:gd name="connsiteX13" fmla="*/ 212271 w 3582020"/>
                <a:gd name="connsiteY13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556847 w 3582020"/>
                <a:gd name="connsiteY3" fmla="*/ 1080288 h 3121100"/>
                <a:gd name="connsiteX4" fmla="*/ 3582020 w 3582020"/>
                <a:gd name="connsiteY4" fmla="*/ 1373894 h 3121100"/>
                <a:gd name="connsiteX5" fmla="*/ 3574261 w 3582020"/>
                <a:gd name="connsiteY5" fmla="*/ 1377870 h 3121100"/>
                <a:gd name="connsiteX6" fmla="*/ 3578963 w 3582020"/>
                <a:gd name="connsiteY6" fmla="*/ 1695910 h 3121100"/>
                <a:gd name="connsiteX7" fmla="*/ 2254464 w 3582020"/>
                <a:gd name="connsiteY7" fmla="*/ 2590523 h 3121100"/>
                <a:gd name="connsiteX8" fmla="*/ 745144 w 3582020"/>
                <a:gd name="connsiteY8" fmla="*/ 3121100 h 3121100"/>
                <a:gd name="connsiteX9" fmla="*/ 57667 w 3582020"/>
                <a:gd name="connsiteY9" fmla="*/ 2603366 h 3121100"/>
                <a:gd name="connsiteX10" fmla="*/ 37419 w 3582020"/>
                <a:gd name="connsiteY10" fmla="*/ 2160562 h 3121100"/>
                <a:gd name="connsiteX11" fmla="*/ 124275 w 3582020"/>
                <a:gd name="connsiteY11" fmla="*/ 122192 h 3121100"/>
                <a:gd name="connsiteX12" fmla="*/ 212271 w 3582020"/>
                <a:gd name="connsiteY12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347923 w 3582020"/>
                <a:gd name="connsiteY3" fmla="*/ 1128368 h 3121100"/>
                <a:gd name="connsiteX4" fmla="*/ 3582020 w 3582020"/>
                <a:gd name="connsiteY4" fmla="*/ 1373894 h 3121100"/>
                <a:gd name="connsiteX5" fmla="*/ 3574261 w 3582020"/>
                <a:gd name="connsiteY5" fmla="*/ 1377870 h 3121100"/>
                <a:gd name="connsiteX6" fmla="*/ 3578963 w 3582020"/>
                <a:gd name="connsiteY6" fmla="*/ 1695910 h 3121100"/>
                <a:gd name="connsiteX7" fmla="*/ 2254464 w 3582020"/>
                <a:gd name="connsiteY7" fmla="*/ 2590523 h 3121100"/>
                <a:gd name="connsiteX8" fmla="*/ 745144 w 3582020"/>
                <a:gd name="connsiteY8" fmla="*/ 3121100 h 3121100"/>
                <a:gd name="connsiteX9" fmla="*/ 57667 w 3582020"/>
                <a:gd name="connsiteY9" fmla="*/ 2603366 h 3121100"/>
                <a:gd name="connsiteX10" fmla="*/ 37419 w 3582020"/>
                <a:gd name="connsiteY10" fmla="*/ 2160562 h 3121100"/>
                <a:gd name="connsiteX11" fmla="*/ 124275 w 3582020"/>
                <a:gd name="connsiteY11" fmla="*/ 122192 h 3121100"/>
                <a:gd name="connsiteX12" fmla="*/ 212271 w 3582020"/>
                <a:gd name="connsiteY12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347923 w 3582020"/>
                <a:gd name="connsiteY3" fmla="*/ 1128368 h 3121100"/>
                <a:gd name="connsiteX4" fmla="*/ 3582020 w 3582020"/>
                <a:gd name="connsiteY4" fmla="*/ 1373894 h 3121100"/>
                <a:gd name="connsiteX5" fmla="*/ 3574261 w 3582020"/>
                <a:gd name="connsiteY5" fmla="*/ 1377870 h 3121100"/>
                <a:gd name="connsiteX6" fmla="*/ 3578963 w 3582020"/>
                <a:gd name="connsiteY6" fmla="*/ 1695910 h 3121100"/>
                <a:gd name="connsiteX7" fmla="*/ 2254464 w 3582020"/>
                <a:gd name="connsiteY7" fmla="*/ 2590523 h 3121100"/>
                <a:gd name="connsiteX8" fmla="*/ 745144 w 3582020"/>
                <a:gd name="connsiteY8" fmla="*/ 3121100 h 3121100"/>
                <a:gd name="connsiteX9" fmla="*/ 57667 w 3582020"/>
                <a:gd name="connsiteY9" fmla="*/ 2603366 h 3121100"/>
                <a:gd name="connsiteX10" fmla="*/ 37419 w 3582020"/>
                <a:gd name="connsiteY10" fmla="*/ 2160562 h 3121100"/>
                <a:gd name="connsiteX11" fmla="*/ 124275 w 3582020"/>
                <a:gd name="connsiteY11" fmla="*/ 122192 h 3121100"/>
                <a:gd name="connsiteX12" fmla="*/ 212271 w 3582020"/>
                <a:gd name="connsiteY12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347923 w 3582020"/>
                <a:gd name="connsiteY3" fmla="*/ 1128368 h 3121100"/>
                <a:gd name="connsiteX4" fmla="*/ 3582020 w 3582020"/>
                <a:gd name="connsiteY4" fmla="*/ 1373894 h 3121100"/>
                <a:gd name="connsiteX5" fmla="*/ 3574261 w 3582020"/>
                <a:gd name="connsiteY5" fmla="*/ 1377870 h 3121100"/>
                <a:gd name="connsiteX6" fmla="*/ 3578963 w 3582020"/>
                <a:gd name="connsiteY6" fmla="*/ 1695910 h 3121100"/>
                <a:gd name="connsiteX7" fmla="*/ 2254464 w 3582020"/>
                <a:gd name="connsiteY7" fmla="*/ 2590523 h 3121100"/>
                <a:gd name="connsiteX8" fmla="*/ 745144 w 3582020"/>
                <a:gd name="connsiteY8" fmla="*/ 3121100 h 3121100"/>
                <a:gd name="connsiteX9" fmla="*/ 57667 w 3582020"/>
                <a:gd name="connsiteY9" fmla="*/ 2603366 h 3121100"/>
                <a:gd name="connsiteX10" fmla="*/ 37419 w 3582020"/>
                <a:gd name="connsiteY10" fmla="*/ 2160562 h 3121100"/>
                <a:gd name="connsiteX11" fmla="*/ 124275 w 3582020"/>
                <a:gd name="connsiteY11" fmla="*/ 122192 h 3121100"/>
                <a:gd name="connsiteX12" fmla="*/ 212271 w 3582020"/>
                <a:gd name="connsiteY12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347923 w 3582020"/>
                <a:gd name="connsiteY3" fmla="*/ 1128368 h 3121100"/>
                <a:gd name="connsiteX4" fmla="*/ 3582020 w 3582020"/>
                <a:gd name="connsiteY4" fmla="*/ 1373894 h 3121100"/>
                <a:gd name="connsiteX5" fmla="*/ 3578963 w 3582020"/>
                <a:gd name="connsiteY5" fmla="*/ 1695910 h 3121100"/>
                <a:gd name="connsiteX6" fmla="*/ 2254464 w 3582020"/>
                <a:gd name="connsiteY6" fmla="*/ 2590523 h 3121100"/>
                <a:gd name="connsiteX7" fmla="*/ 745144 w 3582020"/>
                <a:gd name="connsiteY7" fmla="*/ 3121100 h 3121100"/>
                <a:gd name="connsiteX8" fmla="*/ 57667 w 3582020"/>
                <a:gd name="connsiteY8" fmla="*/ 2603366 h 3121100"/>
                <a:gd name="connsiteX9" fmla="*/ 37419 w 3582020"/>
                <a:gd name="connsiteY9" fmla="*/ 2160562 h 3121100"/>
                <a:gd name="connsiteX10" fmla="*/ 124275 w 3582020"/>
                <a:gd name="connsiteY10" fmla="*/ 122192 h 3121100"/>
                <a:gd name="connsiteX11" fmla="*/ 212271 w 3582020"/>
                <a:gd name="connsiteY11" fmla="*/ 24166 h 3121100"/>
                <a:gd name="connsiteX0" fmla="*/ 212271 w 3582020"/>
                <a:gd name="connsiteY0" fmla="*/ 24166 h 3121100"/>
                <a:gd name="connsiteX1" fmla="*/ 1832820 w 3582020"/>
                <a:gd name="connsiteY1" fmla="*/ 1140419 h 3121100"/>
                <a:gd name="connsiteX2" fmla="*/ 2628275 w 3582020"/>
                <a:gd name="connsiteY2" fmla="*/ 1382591 h 3121100"/>
                <a:gd name="connsiteX3" fmla="*/ 3347923 w 3582020"/>
                <a:gd name="connsiteY3" fmla="*/ 1128368 h 3121100"/>
                <a:gd name="connsiteX4" fmla="*/ 3582020 w 3582020"/>
                <a:gd name="connsiteY4" fmla="*/ 1373894 h 3121100"/>
                <a:gd name="connsiteX5" fmla="*/ 3578963 w 3582020"/>
                <a:gd name="connsiteY5" fmla="*/ 1695910 h 3121100"/>
                <a:gd name="connsiteX6" fmla="*/ 2254464 w 3582020"/>
                <a:gd name="connsiteY6" fmla="*/ 2590523 h 3121100"/>
                <a:gd name="connsiteX7" fmla="*/ 745144 w 3582020"/>
                <a:gd name="connsiteY7" fmla="*/ 3121100 h 3121100"/>
                <a:gd name="connsiteX8" fmla="*/ 57667 w 3582020"/>
                <a:gd name="connsiteY8" fmla="*/ 2603366 h 3121100"/>
                <a:gd name="connsiteX9" fmla="*/ 37419 w 3582020"/>
                <a:gd name="connsiteY9" fmla="*/ 2160562 h 3121100"/>
                <a:gd name="connsiteX10" fmla="*/ 124275 w 3582020"/>
                <a:gd name="connsiteY10" fmla="*/ 122192 h 3121100"/>
                <a:gd name="connsiteX11" fmla="*/ 212271 w 3582020"/>
                <a:gd name="connsiteY11" fmla="*/ 24166 h 3121100"/>
                <a:gd name="connsiteX0" fmla="*/ 212271 w 3578963"/>
                <a:gd name="connsiteY0" fmla="*/ 24166 h 3121100"/>
                <a:gd name="connsiteX1" fmla="*/ 1832820 w 3578963"/>
                <a:gd name="connsiteY1" fmla="*/ 1140419 h 3121100"/>
                <a:gd name="connsiteX2" fmla="*/ 2628275 w 3578963"/>
                <a:gd name="connsiteY2" fmla="*/ 1382591 h 3121100"/>
                <a:gd name="connsiteX3" fmla="*/ 3347923 w 3578963"/>
                <a:gd name="connsiteY3" fmla="*/ 1128368 h 3121100"/>
                <a:gd name="connsiteX4" fmla="*/ 3578963 w 3578963"/>
                <a:gd name="connsiteY4" fmla="*/ 1695910 h 3121100"/>
                <a:gd name="connsiteX5" fmla="*/ 2254464 w 3578963"/>
                <a:gd name="connsiteY5" fmla="*/ 2590523 h 3121100"/>
                <a:gd name="connsiteX6" fmla="*/ 745144 w 3578963"/>
                <a:gd name="connsiteY6" fmla="*/ 3121100 h 3121100"/>
                <a:gd name="connsiteX7" fmla="*/ 57667 w 3578963"/>
                <a:gd name="connsiteY7" fmla="*/ 2603366 h 3121100"/>
                <a:gd name="connsiteX8" fmla="*/ 37419 w 3578963"/>
                <a:gd name="connsiteY8" fmla="*/ 2160562 h 3121100"/>
                <a:gd name="connsiteX9" fmla="*/ 124275 w 3578963"/>
                <a:gd name="connsiteY9" fmla="*/ 122192 h 3121100"/>
                <a:gd name="connsiteX10" fmla="*/ 212271 w 3578963"/>
                <a:gd name="connsiteY10" fmla="*/ 24166 h 3121100"/>
                <a:gd name="connsiteX0" fmla="*/ 212271 w 3578963"/>
                <a:gd name="connsiteY0" fmla="*/ 24166 h 3121100"/>
                <a:gd name="connsiteX1" fmla="*/ 1832820 w 3578963"/>
                <a:gd name="connsiteY1" fmla="*/ 1140419 h 3121100"/>
                <a:gd name="connsiteX2" fmla="*/ 2628275 w 3578963"/>
                <a:gd name="connsiteY2" fmla="*/ 1382591 h 3121100"/>
                <a:gd name="connsiteX3" fmla="*/ 3347923 w 3578963"/>
                <a:gd name="connsiteY3" fmla="*/ 1128368 h 3121100"/>
                <a:gd name="connsiteX4" fmla="*/ 3578963 w 3578963"/>
                <a:gd name="connsiteY4" fmla="*/ 1695910 h 3121100"/>
                <a:gd name="connsiteX5" fmla="*/ 2254464 w 3578963"/>
                <a:gd name="connsiteY5" fmla="*/ 2590523 h 3121100"/>
                <a:gd name="connsiteX6" fmla="*/ 745144 w 3578963"/>
                <a:gd name="connsiteY6" fmla="*/ 3121100 h 3121100"/>
                <a:gd name="connsiteX7" fmla="*/ 57667 w 3578963"/>
                <a:gd name="connsiteY7" fmla="*/ 2603366 h 3121100"/>
                <a:gd name="connsiteX8" fmla="*/ 37419 w 3578963"/>
                <a:gd name="connsiteY8" fmla="*/ 2160562 h 3121100"/>
                <a:gd name="connsiteX9" fmla="*/ 124275 w 3578963"/>
                <a:gd name="connsiteY9" fmla="*/ 122192 h 3121100"/>
                <a:gd name="connsiteX10" fmla="*/ 212271 w 3578963"/>
                <a:gd name="connsiteY10" fmla="*/ 24166 h 3121100"/>
                <a:gd name="connsiteX0" fmla="*/ 212271 w 3347923"/>
                <a:gd name="connsiteY0" fmla="*/ 24166 h 3121100"/>
                <a:gd name="connsiteX1" fmla="*/ 1832820 w 3347923"/>
                <a:gd name="connsiteY1" fmla="*/ 1140419 h 3121100"/>
                <a:gd name="connsiteX2" fmla="*/ 2628275 w 3347923"/>
                <a:gd name="connsiteY2" fmla="*/ 1382591 h 3121100"/>
                <a:gd name="connsiteX3" fmla="*/ 3347923 w 3347923"/>
                <a:gd name="connsiteY3" fmla="*/ 1128368 h 3121100"/>
                <a:gd name="connsiteX4" fmla="*/ 2254464 w 3347923"/>
                <a:gd name="connsiteY4" fmla="*/ 2590523 h 3121100"/>
                <a:gd name="connsiteX5" fmla="*/ 745144 w 3347923"/>
                <a:gd name="connsiteY5" fmla="*/ 3121100 h 3121100"/>
                <a:gd name="connsiteX6" fmla="*/ 57667 w 3347923"/>
                <a:gd name="connsiteY6" fmla="*/ 2603366 h 3121100"/>
                <a:gd name="connsiteX7" fmla="*/ 37419 w 3347923"/>
                <a:gd name="connsiteY7" fmla="*/ 2160562 h 3121100"/>
                <a:gd name="connsiteX8" fmla="*/ 124275 w 3347923"/>
                <a:gd name="connsiteY8" fmla="*/ 122192 h 3121100"/>
                <a:gd name="connsiteX9" fmla="*/ 212271 w 3347923"/>
                <a:gd name="connsiteY9" fmla="*/ 24166 h 3121100"/>
                <a:gd name="connsiteX0" fmla="*/ 212271 w 3347923"/>
                <a:gd name="connsiteY0" fmla="*/ 24166 h 3121100"/>
                <a:gd name="connsiteX1" fmla="*/ 1832820 w 3347923"/>
                <a:gd name="connsiteY1" fmla="*/ 1140419 h 3121100"/>
                <a:gd name="connsiteX2" fmla="*/ 2628275 w 3347923"/>
                <a:gd name="connsiteY2" fmla="*/ 1382591 h 3121100"/>
                <a:gd name="connsiteX3" fmla="*/ 3347923 w 3347923"/>
                <a:gd name="connsiteY3" fmla="*/ 1128368 h 3121100"/>
                <a:gd name="connsiteX4" fmla="*/ 2254464 w 3347923"/>
                <a:gd name="connsiteY4" fmla="*/ 2590523 h 3121100"/>
                <a:gd name="connsiteX5" fmla="*/ 745144 w 3347923"/>
                <a:gd name="connsiteY5" fmla="*/ 3121100 h 3121100"/>
                <a:gd name="connsiteX6" fmla="*/ 57667 w 3347923"/>
                <a:gd name="connsiteY6" fmla="*/ 2603366 h 3121100"/>
                <a:gd name="connsiteX7" fmla="*/ 37419 w 3347923"/>
                <a:gd name="connsiteY7" fmla="*/ 2160562 h 3121100"/>
                <a:gd name="connsiteX8" fmla="*/ 124275 w 3347923"/>
                <a:gd name="connsiteY8" fmla="*/ 122192 h 3121100"/>
                <a:gd name="connsiteX9" fmla="*/ 212271 w 3347923"/>
                <a:gd name="connsiteY9" fmla="*/ 24166 h 3121100"/>
                <a:gd name="connsiteX0" fmla="*/ 212271 w 3347923"/>
                <a:gd name="connsiteY0" fmla="*/ 24166 h 3121100"/>
                <a:gd name="connsiteX1" fmla="*/ 1832820 w 3347923"/>
                <a:gd name="connsiteY1" fmla="*/ 1140419 h 3121100"/>
                <a:gd name="connsiteX2" fmla="*/ 2628275 w 3347923"/>
                <a:gd name="connsiteY2" fmla="*/ 1382591 h 3121100"/>
                <a:gd name="connsiteX3" fmla="*/ 3347923 w 3347923"/>
                <a:gd name="connsiteY3" fmla="*/ 1128368 h 3121100"/>
                <a:gd name="connsiteX4" fmla="*/ 2254464 w 3347923"/>
                <a:gd name="connsiteY4" fmla="*/ 2590523 h 3121100"/>
                <a:gd name="connsiteX5" fmla="*/ 745144 w 3347923"/>
                <a:gd name="connsiteY5" fmla="*/ 3121100 h 3121100"/>
                <a:gd name="connsiteX6" fmla="*/ 57667 w 3347923"/>
                <a:gd name="connsiteY6" fmla="*/ 2603366 h 3121100"/>
                <a:gd name="connsiteX7" fmla="*/ 37419 w 3347923"/>
                <a:gd name="connsiteY7" fmla="*/ 2160562 h 3121100"/>
                <a:gd name="connsiteX8" fmla="*/ 124275 w 3347923"/>
                <a:gd name="connsiteY8" fmla="*/ 122192 h 3121100"/>
                <a:gd name="connsiteX9" fmla="*/ 212271 w 3347923"/>
                <a:gd name="connsiteY9" fmla="*/ 24166 h 3121100"/>
                <a:gd name="connsiteX0" fmla="*/ 212271 w 3347923"/>
                <a:gd name="connsiteY0" fmla="*/ 24166 h 2603366"/>
                <a:gd name="connsiteX1" fmla="*/ 1832820 w 3347923"/>
                <a:gd name="connsiteY1" fmla="*/ 1140419 h 2603366"/>
                <a:gd name="connsiteX2" fmla="*/ 2628275 w 3347923"/>
                <a:gd name="connsiteY2" fmla="*/ 1382591 h 2603366"/>
                <a:gd name="connsiteX3" fmla="*/ 3347923 w 3347923"/>
                <a:gd name="connsiteY3" fmla="*/ 1128368 h 2603366"/>
                <a:gd name="connsiteX4" fmla="*/ 2254464 w 3347923"/>
                <a:gd name="connsiteY4" fmla="*/ 2590523 h 2603366"/>
                <a:gd name="connsiteX5" fmla="*/ 57667 w 3347923"/>
                <a:gd name="connsiteY5" fmla="*/ 2603366 h 2603366"/>
                <a:gd name="connsiteX6" fmla="*/ 37419 w 3347923"/>
                <a:gd name="connsiteY6" fmla="*/ 2160562 h 2603366"/>
                <a:gd name="connsiteX7" fmla="*/ 124275 w 3347923"/>
                <a:gd name="connsiteY7" fmla="*/ 122192 h 2603366"/>
                <a:gd name="connsiteX8" fmla="*/ 212271 w 3347923"/>
                <a:gd name="connsiteY8" fmla="*/ 24166 h 2603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7923" h="2603366">
                  <a:moveTo>
                    <a:pt x="212271" y="24166"/>
                  </a:moveTo>
                  <a:cubicBezTo>
                    <a:pt x="536390" y="-174844"/>
                    <a:pt x="1430153" y="914015"/>
                    <a:pt x="1832820" y="1140419"/>
                  </a:cubicBezTo>
                  <a:cubicBezTo>
                    <a:pt x="2235487" y="1366823"/>
                    <a:pt x="2375758" y="1384599"/>
                    <a:pt x="2628275" y="1382591"/>
                  </a:cubicBezTo>
                  <a:cubicBezTo>
                    <a:pt x="2880792" y="1380583"/>
                    <a:pt x="2925595" y="1297492"/>
                    <a:pt x="3347923" y="1128368"/>
                  </a:cubicBezTo>
                  <a:lnTo>
                    <a:pt x="2254464" y="2590523"/>
                  </a:lnTo>
                  <a:lnTo>
                    <a:pt x="57667" y="2603366"/>
                  </a:lnTo>
                  <a:cubicBezTo>
                    <a:pt x="49377" y="2441379"/>
                    <a:pt x="45709" y="2322549"/>
                    <a:pt x="37419" y="2160562"/>
                  </a:cubicBezTo>
                  <a:cubicBezTo>
                    <a:pt x="-8589" y="1264821"/>
                    <a:pt x="-41778" y="425059"/>
                    <a:pt x="124275" y="122192"/>
                  </a:cubicBezTo>
                  <a:cubicBezTo>
                    <a:pt x="149183" y="76762"/>
                    <a:pt x="178741" y="44754"/>
                    <a:pt x="212271" y="24166"/>
                  </a:cubicBezTo>
                  <a:close/>
                </a:path>
              </a:pathLst>
            </a:custGeom>
            <a:solidFill>
              <a:srgbClr val="F4AB34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 dirty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0885594F-75A6-4843-9EED-94377DD36B12}"/>
                </a:ext>
              </a:extLst>
            </p:cNvPr>
            <p:cNvSpPr/>
            <p:nvPr/>
          </p:nvSpPr>
          <p:spPr>
            <a:xfrm>
              <a:off x="6118299" y="1835225"/>
              <a:ext cx="570544" cy="279236"/>
            </a:xfrm>
            <a:custGeom>
              <a:avLst/>
              <a:gdLst>
                <a:gd name="connsiteX0" fmla="*/ 55 w 962195"/>
                <a:gd name="connsiteY0" fmla="*/ 40483 h 735462"/>
                <a:gd name="connsiteX1" fmla="*/ 481531 w 962195"/>
                <a:gd name="connsiteY1" fmla="*/ 76897 h 735462"/>
                <a:gd name="connsiteX2" fmla="*/ 805213 w 962195"/>
                <a:gd name="connsiteY2" fmla="*/ 206370 h 735462"/>
                <a:gd name="connsiteX3" fmla="*/ 946823 w 962195"/>
                <a:gd name="connsiteY3" fmla="*/ 671662 h 735462"/>
                <a:gd name="connsiteX4" fmla="*/ 453209 w 962195"/>
                <a:gd name="connsiteY4" fmla="*/ 663570 h 735462"/>
                <a:gd name="connsiteX5" fmla="*/ 55 w 962195"/>
                <a:gd name="connsiteY5" fmla="*/ 40483 h 735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2195" h="735462">
                  <a:moveTo>
                    <a:pt x="55" y="40483"/>
                  </a:moveTo>
                  <a:cubicBezTo>
                    <a:pt x="4775" y="-57296"/>
                    <a:pt x="347338" y="49249"/>
                    <a:pt x="481531" y="76897"/>
                  </a:cubicBezTo>
                  <a:cubicBezTo>
                    <a:pt x="615724" y="104545"/>
                    <a:pt x="727664" y="107243"/>
                    <a:pt x="805213" y="206370"/>
                  </a:cubicBezTo>
                  <a:cubicBezTo>
                    <a:pt x="882762" y="305498"/>
                    <a:pt x="1005490" y="595462"/>
                    <a:pt x="946823" y="671662"/>
                  </a:cubicBezTo>
                  <a:cubicBezTo>
                    <a:pt x="888156" y="747862"/>
                    <a:pt x="611004" y="768092"/>
                    <a:pt x="453209" y="663570"/>
                  </a:cubicBezTo>
                  <a:cubicBezTo>
                    <a:pt x="295414" y="559048"/>
                    <a:pt x="-4665" y="138262"/>
                    <a:pt x="55" y="40483"/>
                  </a:cubicBezTo>
                  <a:close/>
                </a:path>
              </a:pathLst>
            </a:custGeom>
            <a:solidFill>
              <a:srgbClr val="C2ECE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411A001-BEF3-46E9-B79E-284FBC5A99AD}"/>
                </a:ext>
              </a:extLst>
            </p:cNvPr>
            <p:cNvSpPr/>
            <p:nvPr/>
          </p:nvSpPr>
          <p:spPr>
            <a:xfrm>
              <a:off x="7015868" y="2202457"/>
              <a:ext cx="192135" cy="197445"/>
            </a:xfrm>
            <a:prstGeom prst="ellipse">
              <a:avLst/>
            </a:prstGeom>
            <a:solidFill>
              <a:srgbClr val="C7760B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Freihandform: Form 136">
              <a:extLst>
                <a:ext uri="{FF2B5EF4-FFF2-40B4-BE49-F238E27FC236}">
                  <a16:creationId xmlns:a16="http://schemas.microsoft.com/office/drawing/2014/main" id="{1507E9E2-6889-4D93-A904-EC66C55CFB8D}"/>
                </a:ext>
              </a:extLst>
            </p:cNvPr>
            <p:cNvSpPr/>
            <p:nvPr/>
          </p:nvSpPr>
          <p:spPr>
            <a:xfrm>
              <a:off x="4506099" y="901271"/>
              <a:ext cx="762997" cy="357045"/>
            </a:xfrm>
            <a:custGeom>
              <a:avLst/>
              <a:gdLst>
                <a:gd name="connsiteX0" fmla="*/ 204663 w 902067"/>
                <a:gd name="connsiteY0" fmla="*/ 0 h 408527"/>
                <a:gd name="connsiteX1" fmla="*/ 692103 w 902067"/>
                <a:gd name="connsiteY1" fmla="*/ 0 h 408527"/>
                <a:gd name="connsiteX2" fmla="*/ 709329 w 902067"/>
                <a:gd name="connsiteY2" fmla="*/ 24256 h 408527"/>
                <a:gd name="connsiteX3" fmla="*/ 901989 w 902067"/>
                <a:gd name="connsiteY3" fmla="*/ 347337 h 408527"/>
                <a:gd name="connsiteX4" fmla="*/ 666242 w 902067"/>
                <a:gd name="connsiteY4" fmla="*/ 406089 h 408527"/>
                <a:gd name="connsiteX5" fmla="*/ 0 w 902067"/>
                <a:gd name="connsiteY5" fmla="*/ 308169 h 408527"/>
                <a:gd name="connsiteX0" fmla="*/ 169284 w 902067"/>
                <a:gd name="connsiteY0" fmla="*/ 0 h 411248"/>
                <a:gd name="connsiteX1" fmla="*/ 692103 w 902067"/>
                <a:gd name="connsiteY1" fmla="*/ 2721 h 411248"/>
                <a:gd name="connsiteX2" fmla="*/ 709329 w 902067"/>
                <a:gd name="connsiteY2" fmla="*/ 26977 h 411248"/>
                <a:gd name="connsiteX3" fmla="*/ 901989 w 902067"/>
                <a:gd name="connsiteY3" fmla="*/ 350058 h 411248"/>
                <a:gd name="connsiteX4" fmla="*/ 666242 w 902067"/>
                <a:gd name="connsiteY4" fmla="*/ 408810 h 411248"/>
                <a:gd name="connsiteX5" fmla="*/ 0 w 902067"/>
                <a:gd name="connsiteY5" fmla="*/ 310890 h 411248"/>
                <a:gd name="connsiteX6" fmla="*/ 169284 w 902067"/>
                <a:gd name="connsiteY6" fmla="*/ 0 h 411248"/>
                <a:gd name="connsiteX0" fmla="*/ 148964 w 881747"/>
                <a:gd name="connsiteY0" fmla="*/ 0 h 443137"/>
                <a:gd name="connsiteX1" fmla="*/ 671783 w 881747"/>
                <a:gd name="connsiteY1" fmla="*/ 2721 h 443137"/>
                <a:gd name="connsiteX2" fmla="*/ 689009 w 881747"/>
                <a:gd name="connsiteY2" fmla="*/ 26977 h 443137"/>
                <a:gd name="connsiteX3" fmla="*/ 881669 w 881747"/>
                <a:gd name="connsiteY3" fmla="*/ 350058 h 443137"/>
                <a:gd name="connsiteX4" fmla="*/ 645922 w 881747"/>
                <a:gd name="connsiteY4" fmla="*/ 408810 h 443137"/>
                <a:gd name="connsiteX5" fmla="*/ 0 w 881747"/>
                <a:gd name="connsiteY5" fmla="*/ 427730 h 443137"/>
                <a:gd name="connsiteX6" fmla="*/ 148964 w 881747"/>
                <a:gd name="connsiteY6" fmla="*/ 0 h 443137"/>
                <a:gd name="connsiteX0" fmla="*/ 148964 w 884055"/>
                <a:gd name="connsiteY0" fmla="*/ 0 h 453446"/>
                <a:gd name="connsiteX1" fmla="*/ 671783 w 884055"/>
                <a:gd name="connsiteY1" fmla="*/ 2721 h 453446"/>
                <a:gd name="connsiteX2" fmla="*/ 689009 w 884055"/>
                <a:gd name="connsiteY2" fmla="*/ 26977 h 453446"/>
                <a:gd name="connsiteX3" fmla="*/ 881669 w 884055"/>
                <a:gd name="connsiteY3" fmla="*/ 350058 h 453446"/>
                <a:gd name="connsiteX4" fmla="*/ 569722 w 884055"/>
                <a:gd name="connsiteY4" fmla="*/ 449450 h 453446"/>
                <a:gd name="connsiteX5" fmla="*/ 0 w 884055"/>
                <a:gd name="connsiteY5" fmla="*/ 427730 h 453446"/>
                <a:gd name="connsiteX6" fmla="*/ 148964 w 884055"/>
                <a:gd name="connsiteY6" fmla="*/ 0 h 453446"/>
                <a:gd name="connsiteX0" fmla="*/ 148964 w 891267"/>
                <a:gd name="connsiteY0" fmla="*/ 0 h 453446"/>
                <a:gd name="connsiteX1" fmla="*/ 671783 w 891267"/>
                <a:gd name="connsiteY1" fmla="*/ 2721 h 453446"/>
                <a:gd name="connsiteX2" fmla="*/ 760129 w 891267"/>
                <a:gd name="connsiteY2" fmla="*/ 93017 h 453446"/>
                <a:gd name="connsiteX3" fmla="*/ 881669 w 891267"/>
                <a:gd name="connsiteY3" fmla="*/ 350058 h 453446"/>
                <a:gd name="connsiteX4" fmla="*/ 569722 w 891267"/>
                <a:gd name="connsiteY4" fmla="*/ 449450 h 453446"/>
                <a:gd name="connsiteX5" fmla="*/ 0 w 891267"/>
                <a:gd name="connsiteY5" fmla="*/ 427730 h 453446"/>
                <a:gd name="connsiteX6" fmla="*/ 148964 w 891267"/>
                <a:gd name="connsiteY6" fmla="*/ 0 h 453446"/>
                <a:gd name="connsiteX0" fmla="*/ 148964 w 891267"/>
                <a:gd name="connsiteY0" fmla="*/ 0 h 453446"/>
                <a:gd name="connsiteX1" fmla="*/ 671783 w 891267"/>
                <a:gd name="connsiteY1" fmla="*/ 2721 h 453446"/>
                <a:gd name="connsiteX2" fmla="*/ 760129 w 891267"/>
                <a:gd name="connsiteY2" fmla="*/ 93017 h 453446"/>
                <a:gd name="connsiteX3" fmla="*/ 881669 w 891267"/>
                <a:gd name="connsiteY3" fmla="*/ 350058 h 453446"/>
                <a:gd name="connsiteX4" fmla="*/ 569722 w 891267"/>
                <a:gd name="connsiteY4" fmla="*/ 449450 h 453446"/>
                <a:gd name="connsiteX5" fmla="*/ 0 w 891267"/>
                <a:gd name="connsiteY5" fmla="*/ 427730 h 453446"/>
                <a:gd name="connsiteX6" fmla="*/ 148964 w 891267"/>
                <a:gd name="connsiteY6" fmla="*/ 0 h 453446"/>
                <a:gd name="connsiteX0" fmla="*/ 148964 w 891267"/>
                <a:gd name="connsiteY0" fmla="*/ 0 h 453446"/>
                <a:gd name="connsiteX1" fmla="*/ 671783 w 891267"/>
                <a:gd name="connsiteY1" fmla="*/ 2721 h 453446"/>
                <a:gd name="connsiteX2" fmla="*/ 760129 w 891267"/>
                <a:gd name="connsiteY2" fmla="*/ 93017 h 453446"/>
                <a:gd name="connsiteX3" fmla="*/ 881669 w 891267"/>
                <a:gd name="connsiteY3" fmla="*/ 350058 h 453446"/>
                <a:gd name="connsiteX4" fmla="*/ 569722 w 891267"/>
                <a:gd name="connsiteY4" fmla="*/ 449450 h 453446"/>
                <a:gd name="connsiteX5" fmla="*/ 0 w 891267"/>
                <a:gd name="connsiteY5" fmla="*/ 427730 h 453446"/>
                <a:gd name="connsiteX6" fmla="*/ 148964 w 891267"/>
                <a:gd name="connsiteY6" fmla="*/ 0 h 453446"/>
                <a:gd name="connsiteX0" fmla="*/ 148964 w 891267"/>
                <a:gd name="connsiteY0" fmla="*/ 0 h 453446"/>
                <a:gd name="connsiteX1" fmla="*/ 671783 w 891267"/>
                <a:gd name="connsiteY1" fmla="*/ 2721 h 453446"/>
                <a:gd name="connsiteX2" fmla="*/ 760129 w 891267"/>
                <a:gd name="connsiteY2" fmla="*/ 93017 h 453446"/>
                <a:gd name="connsiteX3" fmla="*/ 881669 w 891267"/>
                <a:gd name="connsiteY3" fmla="*/ 350058 h 453446"/>
                <a:gd name="connsiteX4" fmla="*/ 569722 w 891267"/>
                <a:gd name="connsiteY4" fmla="*/ 449450 h 453446"/>
                <a:gd name="connsiteX5" fmla="*/ 0 w 891267"/>
                <a:gd name="connsiteY5" fmla="*/ 427730 h 453446"/>
                <a:gd name="connsiteX6" fmla="*/ 148964 w 891267"/>
                <a:gd name="connsiteY6" fmla="*/ 0 h 453446"/>
                <a:gd name="connsiteX0" fmla="*/ 0 w 891267"/>
                <a:gd name="connsiteY0" fmla="*/ 425009 h 450725"/>
                <a:gd name="connsiteX1" fmla="*/ 671783 w 891267"/>
                <a:gd name="connsiteY1" fmla="*/ 0 h 450725"/>
                <a:gd name="connsiteX2" fmla="*/ 760129 w 891267"/>
                <a:gd name="connsiteY2" fmla="*/ 90296 h 450725"/>
                <a:gd name="connsiteX3" fmla="*/ 881669 w 891267"/>
                <a:gd name="connsiteY3" fmla="*/ 347337 h 450725"/>
                <a:gd name="connsiteX4" fmla="*/ 569722 w 891267"/>
                <a:gd name="connsiteY4" fmla="*/ 446729 h 450725"/>
                <a:gd name="connsiteX5" fmla="*/ 0 w 891267"/>
                <a:gd name="connsiteY5" fmla="*/ 425009 h 450725"/>
                <a:gd name="connsiteX0" fmla="*/ 0 w 891267"/>
                <a:gd name="connsiteY0" fmla="*/ 425009 h 450725"/>
                <a:gd name="connsiteX1" fmla="*/ 671783 w 891267"/>
                <a:gd name="connsiteY1" fmla="*/ 0 h 450725"/>
                <a:gd name="connsiteX2" fmla="*/ 760129 w 891267"/>
                <a:gd name="connsiteY2" fmla="*/ 90296 h 450725"/>
                <a:gd name="connsiteX3" fmla="*/ 881669 w 891267"/>
                <a:gd name="connsiteY3" fmla="*/ 347337 h 450725"/>
                <a:gd name="connsiteX4" fmla="*/ 569722 w 891267"/>
                <a:gd name="connsiteY4" fmla="*/ 446729 h 450725"/>
                <a:gd name="connsiteX5" fmla="*/ 0 w 891267"/>
                <a:gd name="connsiteY5" fmla="*/ 425009 h 450725"/>
                <a:gd name="connsiteX0" fmla="*/ 0 w 891267"/>
                <a:gd name="connsiteY0" fmla="*/ 334713 h 360429"/>
                <a:gd name="connsiteX1" fmla="*/ 760129 w 891267"/>
                <a:gd name="connsiteY1" fmla="*/ 0 h 360429"/>
                <a:gd name="connsiteX2" fmla="*/ 881669 w 891267"/>
                <a:gd name="connsiteY2" fmla="*/ 257041 h 360429"/>
                <a:gd name="connsiteX3" fmla="*/ 569722 w 891267"/>
                <a:gd name="connsiteY3" fmla="*/ 356433 h 360429"/>
                <a:gd name="connsiteX4" fmla="*/ 0 w 891267"/>
                <a:gd name="connsiteY4" fmla="*/ 334713 h 360429"/>
                <a:gd name="connsiteX0" fmla="*/ 0 w 820147"/>
                <a:gd name="connsiteY0" fmla="*/ 349953 h 370500"/>
                <a:gd name="connsiteX1" fmla="*/ 689009 w 820147"/>
                <a:gd name="connsiteY1" fmla="*/ 0 h 370500"/>
                <a:gd name="connsiteX2" fmla="*/ 810549 w 820147"/>
                <a:gd name="connsiteY2" fmla="*/ 257041 h 370500"/>
                <a:gd name="connsiteX3" fmla="*/ 498602 w 820147"/>
                <a:gd name="connsiteY3" fmla="*/ 356433 h 370500"/>
                <a:gd name="connsiteX4" fmla="*/ 0 w 820147"/>
                <a:gd name="connsiteY4" fmla="*/ 349953 h 370500"/>
                <a:gd name="connsiteX0" fmla="*/ 0 w 820147"/>
                <a:gd name="connsiteY0" fmla="*/ 349953 h 370500"/>
                <a:gd name="connsiteX1" fmla="*/ 689009 w 820147"/>
                <a:gd name="connsiteY1" fmla="*/ 0 h 370500"/>
                <a:gd name="connsiteX2" fmla="*/ 810549 w 820147"/>
                <a:gd name="connsiteY2" fmla="*/ 257041 h 370500"/>
                <a:gd name="connsiteX3" fmla="*/ 498602 w 820147"/>
                <a:gd name="connsiteY3" fmla="*/ 356433 h 370500"/>
                <a:gd name="connsiteX4" fmla="*/ 0 w 820147"/>
                <a:gd name="connsiteY4" fmla="*/ 349953 h 370500"/>
                <a:gd name="connsiteX0" fmla="*/ 0 w 820147"/>
                <a:gd name="connsiteY0" fmla="*/ 349953 h 357045"/>
                <a:gd name="connsiteX1" fmla="*/ 689009 w 820147"/>
                <a:gd name="connsiteY1" fmla="*/ 0 h 357045"/>
                <a:gd name="connsiteX2" fmla="*/ 810549 w 820147"/>
                <a:gd name="connsiteY2" fmla="*/ 257041 h 357045"/>
                <a:gd name="connsiteX3" fmla="*/ 498602 w 820147"/>
                <a:gd name="connsiteY3" fmla="*/ 356433 h 357045"/>
                <a:gd name="connsiteX4" fmla="*/ 0 w 820147"/>
                <a:gd name="connsiteY4" fmla="*/ 349953 h 357045"/>
                <a:gd name="connsiteX0" fmla="*/ 0 w 820147"/>
                <a:gd name="connsiteY0" fmla="*/ 349953 h 357045"/>
                <a:gd name="connsiteX1" fmla="*/ 689009 w 820147"/>
                <a:gd name="connsiteY1" fmla="*/ 0 h 357045"/>
                <a:gd name="connsiteX2" fmla="*/ 810549 w 820147"/>
                <a:gd name="connsiteY2" fmla="*/ 257041 h 357045"/>
                <a:gd name="connsiteX3" fmla="*/ 498602 w 820147"/>
                <a:gd name="connsiteY3" fmla="*/ 356433 h 357045"/>
                <a:gd name="connsiteX4" fmla="*/ 0 w 820147"/>
                <a:gd name="connsiteY4" fmla="*/ 349953 h 357045"/>
                <a:gd name="connsiteX0" fmla="*/ 0 w 820147"/>
                <a:gd name="connsiteY0" fmla="*/ 349953 h 357045"/>
                <a:gd name="connsiteX1" fmla="*/ 689009 w 820147"/>
                <a:gd name="connsiteY1" fmla="*/ 0 h 357045"/>
                <a:gd name="connsiteX2" fmla="*/ 810549 w 820147"/>
                <a:gd name="connsiteY2" fmla="*/ 257041 h 357045"/>
                <a:gd name="connsiteX3" fmla="*/ 498602 w 820147"/>
                <a:gd name="connsiteY3" fmla="*/ 356433 h 357045"/>
                <a:gd name="connsiteX4" fmla="*/ 0 w 820147"/>
                <a:gd name="connsiteY4" fmla="*/ 349953 h 357045"/>
                <a:gd name="connsiteX0" fmla="*/ 0 w 762997"/>
                <a:gd name="connsiteY0" fmla="*/ 340428 h 357045"/>
                <a:gd name="connsiteX1" fmla="*/ 631859 w 762997"/>
                <a:gd name="connsiteY1" fmla="*/ 0 h 357045"/>
                <a:gd name="connsiteX2" fmla="*/ 753399 w 762997"/>
                <a:gd name="connsiteY2" fmla="*/ 257041 h 357045"/>
                <a:gd name="connsiteX3" fmla="*/ 441452 w 762997"/>
                <a:gd name="connsiteY3" fmla="*/ 356433 h 357045"/>
                <a:gd name="connsiteX4" fmla="*/ 0 w 762997"/>
                <a:gd name="connsiteY4" fmla="*/ 340428 h 35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997" h="357045">
                  <a:moveTo>
                    <a:pt x="0" y="340428"/>
                  </a:moveTo>
                  <a:cubicBezTo>
                    <a:pt x="92695" y="306423"/>
                    <a:pt x="576354" y="33265"/>
                    <a:pt x="631859" y="0"/>
                  </a:cubicBezTo>
                  <a:cubicBezTo>
                    <a:pt x="736535" y="149912"/>
                    <a:pt x="785134" y="197636"/>
                    <a:pt x="753399" y="257041"/>
                  </a:cubicBezTo>
                  <a:cubicBezTo>
                    <a:pt x="721665" y="316447"/>
                    <a:pt x="591783" y="362960"/>
                    <a:pt x="441452" y="356433"/>
                  </a:cubicBezTo>
                  <a:cubicBezTo>
                    <a:pt x="291120" y="349905"/>
                    <a:pt x="120795" y="340404"/>
                    <a:pt x="0" y="340428"/>
                  </a:cubicBezTo>
                  <a:close/>
                </a:path>
              </a:pathLst>
            </a:custGeom>
            <a:solidFill>
              <a:srgbClr val="186676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F9182076-B6DE-4779-9864-A48F34229FC5}"/>
                </a:ext>
              </a:extLst>
            </p:cNvPr>
            <p:cNvSpPr/>
            <p:nvPr/>
          </p:nvSpPr>
          <p:spPr>
            <a:xfrm>
              <a:off x="4313891" y="3677758"/>
              <a:ext cx="2145736" cy="2709444"/>
            </a:xfrm>
            <a:custGeom>
              <a:avLst/>
              <a:gdLst>
                <a:gd name="connsiteX0" fmla="*/ 919798 w 3219750"/>
                <a:gd name="connsiteY0" fmla="*/ 671 h 2511324"/>
                <a:gd name="connsiteX1" fmla="*/ 964787 w 3219750"/>
                <a:gd name="connsiteY1" fmla="*/ 2793 h 2511324"/>
                <a:gd name="connsiteX2" fmla="*/ 1393326 w 3219750"/>
                <a:gd name="connsiteY2" fmla="*/ 451901 h 2511324"/>
                <a:gd name="connsiteX3" fmla="*/ 1166070 w 3219750"/>
                <a:gd name="connsiteY3" fmla="*/ 1410807 h 2511324"/>
                <a:gd name="connsiteX4" fmla="*/ 1421647 w 3219750"/>
                <a:gd name="connsiteY4" fmla="*/ 2114814 h 2511324"/>
                <a:gd name="connsiteX5" fmla="*/ 3219750 w 3219750"/>
                <a:gd name="connsiteY5" fmla="*/ 2474910 h 2511324"/>
                <a:gd name="connsiteX6" fmla="*/ 2907619 w 3219750"/>
                <a:gd name="connsiteY6" fmla="*/ 2511324 h 2511324"/>
                <a:gd name="connsiteX7" fmla="*/ 0 w 3219750"/>
                <a:gd name="connsiteY7" fmla="*/ 2511324 h 2511324"/>
                <a:gd name="connsiteX8" fmla="*/ 42774 w 3219750"/>
                <a:gd name="connsiteY8" fmla="*/ 2355185 h 2511324"/>
                <a:gd name="connsiteX9" fmla="*/ 322566 w 3219750"/>
                <a:gd name="connsiteY9" fmla="*/ 1362255 h 2511324"/>
                <a:gd name="connsiteX10" fmla="*/ 646874 w 3219750"/>
                <a:gd name="connsiteY10" fmla="*/ 318383 h 2511324"/>
                <a:gd name="connsiteX11" fmla="*/ 919798 w 3219750"/>
                <a:gd name="connsiteY11" fmla="*/ 671 h 2511324"/>
                <a:gd name="connsiteX0" fmla="*/ 919798 w 3016550"/>
                <a:gd name="connsiteY0" fmla="*/ 671 h 2511324"/>
                <a:gd name="connsiteX1" fmla="*/ 964787 w 3016550"/>
                <a:gd name="connsiteY1" fmla="*/ 2793 h 2511324"/>
                <a:gd name="connsiteX2" fmla="*/ 1393326 w 3016550"/>
                <a:gd name="connsiteY2" fmla="*/ 451901 h 2511324"/>
                <a:gd name="connsiteX3" fmla="*/ 1166070 w 3016550"/>
                <a:gd name="connsiteY3" fmla="*/ 1410807 h 2511324"/>
                <a:gd name="connsiteX4" fmla="*/ 1421647 w 3016550"/>
                <a:gd name="connsiteY4" fmla="*/ 2114814 h 2511324"/>
                <a:gd name="connsiteX5" fmla="*/ 3016550 w 3016550"/>
                <a:gd name="connsiteY5" fmla="*/ 2473096 h 2511324"/>
                <a:gd name="connsiteX6" fmla="*/ 2907619 w 3016550"/>
                <a:gd name="connsiteY6" fmla="*/ 2511324 h 2511324"/>
                <a:gd name="connsiteX7" fmla="*/ 0 w 3016550"/>
                <a:gd name="connsiteY7" fmla="*/ 2511324 h 2511324"/>
                <a:gd name="connsiteX8" fmla="*/ 42774 w 3016550"/>
                <a:gd name="connsiteY8" fmla="*/ 2355185 h 2511324"/>
                <a:gd name="connsiteX9" fmla="*/ 322566 w 3016550"/>
                <a:gd name="connsiteY9" fmla="*/ 1362255 h 2511324"/>
                <a:gd name="connsiteX10" fmla="*/ 646874 w 3016550"/>
                <a:gd name="connsiteY10" fmla="*/ 318383 h 2511324"/>
                <a:gd name="connsiteX11" fmla="*/ 919798 w 3016550"/>
                <a:gd name="connsiteY11" fmla="*/ 671 h 2511324"/>
                <a:gd name="connsiteX0" fmla="*/ 877024 w 2973776"/>
                <a:gd name="connsiteY0" fmla="*/ 671 h 2511324"/>
                <a:gd name="connsiteX1" fmla="*/ 922013 w 2973776"/>
                <a:gd name="connsiteY1" fmla="*/ 2793 h 2511324"/>
                <a:gd name="connsiteX2" fmla="*/ 1350552 w 2973776"/>
                <a:gd name="connsiteY2" fmla="*/ 451901 h 2511324"/>
                <a:gd name="connsiteX3" fmla="*/ 1123296 w 2973776"/>
                <a:gd name="connsiteY3" fmla="*/ 1410807 h 2511324"/>
                <a:gd name="connsiteX4" fmla="*/ 1378873 w 2973776"/>
                <a:gd name="connsiteY4" fmla="*/ 2114814 h 2511324"/>
                <a:gd name="connsiteX5" fmla="*/ 2973776 w 2973776"/>
                <a:gd name="connsiteY5" fmla="*/ 2473096 h 2511324"/>
                <a:gd name="connsiteX6" fmla="*/ 2864845 w 2973776"/>
                <a:gd name="connsiteY6" fmla="*/ 2511324 h 2511324"/>
                <a:gd name="connsiteX7" fmla="*/ 75155 w 2973776"/>
                <a:gd name="connsiteY7" fmla="*/ 2502253 h 2511324"/>
                <a:gd name="connsiteX8" fmla="*/ 0 w 2973776"/>
                <a:gd name="connsiteY8" fmla="*/ 2355185 h 2511324"/>
                <a:gd name="connsiteX9" fmla="*/ 279792 w 2973776"/>
                <a:gd name="connsiteY9" fmla="*/ 1362255 h 2511324"/>
                <a:gd name="connsiteX10" fmla="*/ 604100 w 2973776"/>
                <a:gd name="connsiteY10" fmla="*/ 318383 h 2511324"/>
                <a:gd name="connsiteX11" fmla="*/ 877024 w 2973776"/>
                <a:gd name="connsiteY11" fmla="*/ 671 h 2511324"/>
                <a:gd name="connsiteX0" fmla="*/ 877024 w 2864845"/>
                <a:gd name="connsiteY0" fmla="*/ 671 h 2511324"/>
                <a:gd name="connsiteX1" fmla="*/ 922013 w 2864845"/>
                <a:gd name="connsiteY1" fmla="*/ 2793 h 2511324"/>
                <a:gd name="connsiteX2" fmla="*/ 1350552 w 2864845"/>
                <a:gd name="connsiteY2" fmla="*/ 451901 h 2511324"/>
                <a:gd name="connsiteX3" fmla="*/ 1123296 w 2864845"/>
                <a:gd name="connsiteY3" fmla="*/ 1410807 h 2511324"/>
                <a:gd name="connsiteX4" fmla="*/ 1378873 w 2864845"/>
                <a:gd name="connsiteY4" fmla="*/ 2114814 h 2511324"/>
                <a:gd name="connsiteX5" fmla="*/ 2277816 w 2864845"/>
                <a:gd name="connsiteY5" fmla="*/ 2417216 h 2511324"/>
                <a:gd name="connsiteX6" fmla="*/ 2864845 w 2864845"/>
                <a:gd name="connsiteY6" fmla="*/ 2511324 h 2511324"/>
                <a:gd name="connsiteX7" fmla="*/ 75155 w 2864845"/>
                <a:gd name="connsiteY7" fmla="*/ 2502253 h 2511324"/>
                <a:gd name="connsiteX8" fmla="*/ 0 w 2864845"/>
                <a:gd name="connsiteY8" fmla="*/ 2355185 h 2511324"/>
                <a:gd name="connsiteX9" fmla="*/ 279792 w 2864845"/>
                <a:gd name="connsiteY9" fmla="*/ 1362255 h 2511324"/>
                <a:gd name="connsiteX10" fmla="*/ 604100 w 2864845"/>
                <a:gd name="connsiteY10" fmla="*/ 318383 h 2511324"/>
                <a:gd name="connsiteX11" fmla="*/ 877024 w 2864845"/>
                <a:gd name="connsiteY11" fmla="*/ 671 h 2511324"/>
                <a:gd name="connsiteX0" fmla="*/ 877024 w 2277816"/>
                <a:gd name="connsiteY0" fmla="*/ 671 h 2709444"/>
                <a:gd name="connsiteX1" fmla="*/ 922013 w 2277816"/>
                <a:gd name="connsiteY1" fmla="*/ 2793 h 2709444"/>
                <a:gd name="connsiteX2" fmla="*/ 1350552 w 2277816"/>
                <a:gd name="connsiteY2" fmla="*/ 451901 h 2709444"/>
                <a:gd name="connsiteX3" fmla="*/ 1123296 w 2277816"/>
                <a:gd name="connsiteY3" fmla="*/ 1410807 h 2709444"/>
                <a:gd name="connsiteX4" fmla="*/ 1378873 w 2277816"/>
                <a:gd name="connsiteY4" fmla="*/ 2114814 h 2709444"/>
                <a:gd name="connsiteX5" fmla="*/ 2277816 w 2277816"/>
                <a:gd name="connsiteY5" fmla="*/ 2417216 h 2709444"/>
                <a:gd name="connsiteX6" fmla="*/ 1686285 w 2277816"/>
                <a:gd name="connsiteY6" fmla="*/ 2709444 h 2709444"/>
                <a:gd name="connsiteX7" fmla="*/ 75155 w 2277816"/>
                <a:gd name="connsiteY7" fmla="*/ 2502253 h 2709444"/>
                <a:gd name="connsiteX8" fmla="*/ 0 w 2277816"/>
                <a:gd name="connsiteY8" fmla="*/ 2355185 h 2709444"/>
                <a:gd name="connsiteX9" fmla="*/ 279792 w 2277816"/>
                <a:gd name="connsiteY9" fmla="*/ 1362255 h 2709444"/>
                <a:gd name="connsiteX10" fmla="*/ 604100 w 2277816"/>
                <a:gd name="connsiteY10" fmla="*/ 318383 h 2709444"/>
                <a:gd name="connsiteX11" fmla="*/ 877024 w 2277816"/>
                <a:gd name="connsiteY11" fmla="*/ 671 h 2709444"/>
                <a:gd name="connsiteX0" fmla="*/ 801869 w 2202661"/>
                <a:gd name="connsiteY0" fmla="*/ 671 h 2709444"/>
                <a:gd name="connsiteX1" fmla="*/ 846858 w 2202661"/>
                <a:gd name="connsiteY1" fmla="*/ 2793 h 2709444"/>
                <a:gd name="connsiteX2" fmla="*/ 1275397 w 2202661"/>
                <a:gd name="connsiteY2" fmla="*/ 451901 h 2709444"/>
                <a:gd name="connsiteX3" fmla="*/ 1048141 w 2202661"/>
                <a:gd name="connsiteY3" fmla="*/ 1410807 h 2709444"/>
                <a:gd name="connsiteX4" fmla="*/ 1303718 w 2202661"/>
                <a:gd name="connsiteY4" fmla="*/ 2114814 h 2709444"/>
                <a:gd name="connsiteX5" fmla="*/ 2202661 w 2202661"/>
                <a:gd name="connsiteY5" fmla="*/ 2417216 h 2709444"/>
                <a:gd name="connsiteX6" fmla="*/ 1611130 w 2202661"/>
                <a:gd name="connsiteY6" fmla="*/ 2709444 h 2709444"/>
                <a:gd name="connsiteX7" fmla="*/ 0 w 2202661"/>
                <a:gd name="connsiteY7" fmla="*/ 2502253 h 2709444"/>
                <a:gd name="connsiteX8" fmla="*/ 56925 w 2202661"/>
                <a:gd name="connsiteY8" fmla="*/ 1948785 h 2709444"/>
                <a:gd name="connsiteX9" fmla="*/ 204637 w 2202661"/>
                <a:gd name="connsiteY9" fmla="*/ 1362255 h 2709444"/>
                <a:gd name="connsiteX10" fmla="*/ 528945 w 2202661"/>
                <a:gd name="connsiteY10" fmla="*/ 318383 h 2709444"/>
                <a:gd name="connsiteX11" fmla="*/ 801869 w 2202661"/>
                <a:gd name="connsiteY11" fmla="*/ 671 h 2709444"/>
                <a:gd name="connsiteX0" fmla="*/ 801869 w 2202661"/>
                <a:gd name="connsiteY0" fmla="*/ 671 h 2709444"/>
                <a:gd name="connsiteX1" fmla="*/ 846858 w 2202661"/>
                <a:gd name="connsiteY1" fmla="*/ 2793 h 2709444"/>
                <a:gd name="connsiteX2" fmla="*/ 1275397 w 2202661"/>
                <a:gd name="connsiteY2" fmla="*/ 451901 h 2709444"/>
                <a:gd name="connsiteX3" fmla="*/ 1048141 w 2202661"/>
                <a:gd name="connsiteY3" fmla="*/ 1410807 h 2709444"/>
                <a:gd name="connsiteX4" fmla="*/ 1303718 w 2202661"/>
                <a:gd name="connsiteY4" fmla="*/ 2114814 h 2709444"/>
                <a:gd name="connsiteX5" fmla="*/ 2202661 w 2202661"/>
                <a:gd name="connsiteY5" fmla="*/ 2417216 h 2709444"/>
                <a:gd name="connsiteX6" fmla="*/ 1611130 w 2202661"/>
                <a:gd name="connsiteY6" fmla="*/ 2709444 h 2709444"/>
                <a:gd name="connsiteX7" fmla="*/ 0 w 2202661"/>
                <a:gd name="connsiteY7" fmla="*/ 2502253 h 2709444"/>
                <a:gd name="connsiteX8" fmla="*/ 56925 w 2202661"/>
                <a:gd name="connsiteY8" fmla="*/ 1948785 h 2709444"/>
                <a:gd name="connsiteX9" fmla="*/ 204637 w 2202661"/>
                <a:gd name="connsiteY9" fmla="*/ 1362255 h 2709444"/>
                <a:gd name="connsiteX10" fmla="*/ 528945 w 2202661"/>
                <a:gd name="connsiteY10" fmla="*/ 318383 h 2709444"/>
                <a:gd name="connsiteX11" fmla="*/ 801869 w 2202661"/>
                <a:gd name="connsiteY11" fmla="*/ 671 h 2709444"/>
                <a:gd name="connsiteX0" fmla="*/ 744944 w 2145736"/>
                <a:gd name="connsiteY0" fmla="*/ 671 h 2709444"/>
                <a:gd name="connsiteX1" fmla="*/ 789933 w 2145736"/>
                <a:gd name="connsiteY1" fmla="*/ 2793 h 2709444"/>
                <a:gd name="connsiteX2" fmla="*/ 1218472 w 2145736"/>
                <a:gd name="connsiteY2" fmla="*/ 451901 h 2709444"/>
                <a:gd name="connsiteX3" fmla="*/ 991216 w 2145736"/>
                <a:gd name="connsiteY3" fmla="*/ 1410807 h 2709444"/>
                <a:gd name="connsiteX4" fmla="*/ 1246793 w 2145736"/>
                <a:gd name="connsiteY4" fmla="*/ 2114814 h 2709444"/>
                <a:gd name="connsiteX5" fmla="*/ 2145736 w 2145736"/>
                <a:gd name="connsiteY5" fmla="*/ 2417216 h 2709444"/>
                <a:gd name="connsiteX6" fmla="*/ 1554205 w 2145736"/>
                <a:gd name="connsiteY6" fmla="*/ 2709444 h 2709444"/>
                <a:gd name="connsiteX7" fmla="*/ 0 w 2145736"/>
                <a:gd name="connsiteY7" fmla="*/ 1948785 h 2709444"/>
                <a:gd name="connsiteX8" fmla="*/ 147712 w 2145736"/>
                <a:gd name="connsiteY8" fmla="*/ 1362255 h 2709444"/>
                <a:gd name="connsiteX9" fmla="*/ 472020 w 2145736"/>
                <a:gd name="connsiteY9" fmla="*/ 318383 h 2709444"/>
                <a:gd name="connsiteX10" fmla="*/ 744944 w 2145736"/>
                <a:gd name="connsiteY10" fmla="*/ 671 h 270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45736" h="2709444">
                  <a:moveTo>
                    <a:pt x="744944" y="671"/>
                  </a:moveTo>
                  <a:cubicBezTo>
                    <a:pt x="759424" y="-684"/>
                    <a:pt x="774382" y="12"/>
                    <a:pt x="789933" y="2793"/>
                  </a:cubicBezTo>
                  <a:cubicBezTo>
                    <a:pt x="914341" y="25046"/>
                    <a:pt x="1184925" y="217232"/>
                    <a:pt x="1218472" y="451901"/>
                  </a:cubicBezTo>
                  <a:cubicBezTo>
                    <a:pt x="1252019" y="686570"/>
                    <a:pt x="986496" y="1133655"/>
                    <a:pt x="991216" y="1410807"/>
                  </a:cubicBezTo>
                  <a:cubicBezTo>
                    <a:pt x="995935" y="1687959"/>
                    <a:pt x="1157390" y="1975226"/>
                    <a:pt x="1246793" y="2114814"/>
                  </a:cubicBezTo>
                  <a:cubicBezTo>
                    <a:pt x="1510176" y="2456703"/>
                    <a:pt x="1981233" y="2408112"/>
                    <a:pt x="2145736" y="2417216"/>
                  </a:cubicBezTo>
                  <a:lnTo>
                    <a:pt x="1554205" y="2709444"/>
                  </a:lnTo>
                  <a:lnTo>
                    <a:pt x="0" y="1948785"/>
                  </a:lnTo>
                  <a:cubicBezTo>
                    <a:pt x="92595" y="1612438"/>
                    <a:pt x="70511" y="1627167"/>
                    <a:pt x="147712" y="1362255"/>
                  </a:cubicBezTo>
                  <a:cubicBezTo>
                    <a:pt x="271234" y="938397"/>
                    <a:pt x="364983" y="544960"/>
                    <a:pt x="472020" y="318383"/>
                  </a:cubicBezTo>
                  <a:cubicBezTo>
                    <a:pt x="565677" y="120128"/>
                    <a:pt x="643586" y="10158"/>
                    <a:pt x="744944" y="671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3442185B-7E6B-4FD3-B594-36A883198AE9}"/>
                </a:ext>
              </a:extLst>
            </p:cNvPr>
            <p:cNvSpPr/>
            <p:nvPr/>
          </p:nvSpPr>
          <p:spPr>
            <a:xfrm>
              <a:off x="4495064" y="4366265"/>
              <a:ext cx="1541026" cy="1925329"/>
            </a:xfrm>
            <a:custGeom>
              <a:avLst/>
              <a:gdLst>
                <a:gd name="connsiteX0" fmla="*/ 0 w 1881398"/>
                <a:gd name="connsiteY0" fmla="*/ 2255383 h 2255383"/>
                <a:gd name="connsiteX1" fmla="*/ 315589 w 1881398"/>
                <a:gd name="connsiteY1" fmla="*/ 1264108 h 2255383"/>
                <a:gd name="connsiteX2" fmla="*/ 728283 w 1881398"/>
                <a:gd name="connsiteY2" fmla="*/ 232374 h 2255383"/>
                <a:gd name="connsiteX3" fmla="*/ 1161207 w 1881398"/>
                <a:gd name="connsiteY3" fmla="*/ 30073 h 2255383"/>
                <a:gd name="connsiteX4" fmla="*/ 1408014 w 1881398"/>
                <a:gd name="connsiteY4" fmla="*/ 697666 h 2255383"/>
                <a:gd name="connsiteX5" fmla="*/ 1274496 w 1881398"/>
                <a:gd name="connsiteY5" fmla="*/ 1300522 h 2255383"/>
                <a:gd name="connsiteX6" fmla="*/ 1408014 w 1881398"/>
                <a:gd name="connsiteY6" fmla="*/ 1980253 h 2255383"/>
                <a:gd name="connsiteX7" fmla="*/ 1881398 w 1881398"/>
                <a:gd name="connsiteY7" fmla="*/ 2138048 h 2255383"/>
                <a:gd name="connsiteX0" fmla="*/ 0 w 2059925"/>
                <a:gd name="connsiteY0" fmla="*/ 2255383 h 2396993"/>
                <a:gd name="connsiteX1" fmla="*/ 315589 w 2059925"/>
                <a:gd name="connsiteY1" fmla="*/ 1264108 h 2396993"/>
                <a:gd name="connsiteX2" fmla="*/ 728283 w 2059925"/>
                <a:gd name="connsiteY2" fmla="*/ 232374 h 2396993"/>
                <a:gd name="connsiteX3" fmla="*/ 1161207 w 2059925"/>
                <a:gd name="connsiteY3" fmla="*/ 30073 h 2396993"/>
                <a:gd name="connsiteX4" fmla="*/ 1408014 w 2059925"/>
                <a:gd name="connsiteY4" fmla="*/ 697666 h 2396993"/>
                <a:gd name="connsiteX5" fmla="*/ 1274496 w 2059925"/>
                <a:gd name="connsiteY5" fmla="*/ 1300522 h 2396993"/>
                <a:gd name="connsiteX6" fmla="*/ 1408014 w 2059925"/>
                <a:gd name="connsiteY6" fmla="*/ 1980253 h 2396993"/>
                <a:gd name="connsiteX7" fmla="*/ 2059925 w 2059925"/>
                <a:gd name="connsiteY7" fmla="*/ 2396993 h 2396993"/>
                <a:gd name="connsiteX0" fmla="*/ 0 w 2059925"/>
                <a:gd name="connsiteY0" fmla="*/ 2384407 h 2526017"/>
                <a:gd name="connsiteX1" fmla="*/ 315589 w 2059925"/>
                <a:gd name="connsiteY1" fmla="*/ 1393132 h 2526017"/>
                <a:gd name="connsiteX2" fmla="*/ 728283 w 2059925"/>
                <a:gd name="connsiteY2" fmla="*/ 361398 h 2526017"/>
                <a:gd name="connsiteX3" fmla="*/ 1115431 w 2059925"/>
                <a:gd name="connsiteY3" fmla="*/ 17486 h 2526017"/>
                <a:gd name="connsiteX4" fmla="*/ 1408014 w 2059925"/>
                <a:gd name="connsiteY4" fmla="*/ 826690 h 2526017"/>
                <a:gd name="connsiteX5" fmla="*/ 1274496 w 2059925"/>
                <a:gd name="connsiteY5" fmla="*/ 1429546 h 2526017"/>
                <a:gd name="connsiteX6" fmla="*/ 1408014 w 2059925"/>
                <a:gd name="connsiteY6" fmla="*/ 2109277 h 2526017"/>
                <a:gd name="connsiteX7" fmla="*/ 2059925 w 2059925"/>
                <a:gd name="connsiteY7" fmla="*/ 2526017 h 2526017"/>
                <a:gd name="connsiteX0" fmla="*/ 0 w 2059925"/>
                <a:gd name="connsiteY0" fmla="*/ 2369137 h 2510747"/>
                <a:gd name="connsiteX1" fmla="*/ 315589 w 2059925"/>
                <a:gd name="connsiteY1" fmla="*/ 1377862 h 2510747"/>
                <a:gd name="connsiteX2" fmla="*/ 728283 w 2059925"/>
                <a:gd name="connsiteY2" fmla="*/ 346128 h 2510747"/>
                <a:gd name="connsiteX3" fmla="*/ 1042189 w 2059925"/>
                <a:gd name="connsiteY3" fmla="*/ 18400 h 2510747"/>
                <a:gd name="connsiteX4" fmla="*/ 1408014 w 2059925"/>
                <a:gd name="connsiteY4" fmla="*/ 811420 h 2510747"/>
                <a:gd name="connsiteX5" fmla="*/ 1274496 w 2059925"/>
                <a:gd name="connsiteY5" fmla="*/ 1414276 h 2510747"/>
                <a:gd name="connsiteX6" fmla="*/ 1408014 w 2059925"/>
                <a:gd name="connsiteY6" fmla="*/ 2094007 h 2510747"/>
                <a:gd name="connsiteX7" fmla="*/ 2059925 w 2059925"/>
                <a:gd name="connsiteY7" fmla="*/ 2510747 h 2510747"/>
                <a:gd name="connsiteX0" fmla="*/ 0 w 2059925"/>
                <a:gd name="connsiteY0" fmla="*/ 2350905 h 2492515"/>
                <a:gd name="connsiteX1" fmla="*/ 315589 w 2059925"/>
                <a:gd name="connsiteY1" fmla="*/ 1359630 h 2492515"/>
                <a:gd name="connsiteX2" fmla="*/ 650463 w 2059925"/>
                <a:gd name="connsiteY2" fmla="*/ 728451 h 2492515"/>
                <a:gd name="connsiteX3" fmla="*/ 1042189 w 2059925"/>
                <a:gd name="connsiteY3" fmla="*/ 168 h 2492515"/>
                <a:gd name="connsiteX4" fmla="*/ 1408014 w 2059925"/>
                <a:gd name="connsiteY4" fmla="*/ 793188 h 2492515"/>
                <a:gd name="connsiteX5" fmla="*/ 1274496 w 2059925"/>
                <a:gd name="connsiteY5" fmla="*/ 1396044 h 2492515"/>
                <a:gd name="connsiteX6" fmla="*/ 1408014 w 2059925"/>
                <a:gd name="connsiteY6" fmla="*/ 2075775 h 2492515"/>
                <a:gd name="connsiteX7" fmla="*/ 2059925 w 2059925"/>
                <a:gd name="connsiteY7" fmla="*/ 2492515 h 2492515"/>
                <a:gd name="connsiteX0" fmla="*/ 0 w 2059925"/>
                <a:gd name="connsiteY0" fmla="*/ 2362025 h 2503635"/>
                <a:gd name="connsiteX1" fmla="*/ 315589 w 2059925"/>
                <a:gd name="connsiteY1" fmla="*/ 1370750 h 2503635"/>
                <a:gd name="connsiteX2" fmla="*/ 609264 w 2059925"/>
                <a:gd name="connsiteY2" fmla="*/ 407798 h 2503635"/>
                <a:gd name="connsiteX3" fmla="*/ 1042189 w 2059925"/>
                <a:gd name="connsiteY3" fmla="*/ 11288 h 2503635"/>
                <a:gd name="connsiteX4" fmla="*/ 1408014 w 2059925"/>
                <a:gd name="connsiteY4" fmla="*/ 804308 h 2503635"/>
                <a:gd name="connsiteX5" fmla="*/ 1274496 w 2059925"/>
                <a:gd name="connsiteY5" fmla="*/ 1407164 h 2503635"/>
                <a:gd name="connsiteX6" fmla="*/ 1408014 w 2059925"/>
                <a:gd name="connsiteY6" fmla="*/ 2086895 h 2503635"/>
                <a:gd name="connsiteX7" fmla="*/ 2059925 w 2059925"/>
                <a:gd name="connsiteY7" fmla="*/ 2503635 h 2503635"/>
                <a:gd name="connsiteX0" fmla="*/ 0 w 2059925"/>
                <a:gd name="connsiteY0" fmla="*/ 2370739 h 2512349"/>
                <a:gd name="connsiteX1" fmla="*/ 315589 w 2059925"/>
                <a:gd name="connsiteY1" fmla="*/ 1379464 h 2512349"/>
                <a:gd name="connsiteX2" fmla="*/ 682507 w 2059925"/>
                <a:gd name="connsiteY2" fmla="*/ 335592 h 2512349"/>
                <a:gd name="connsiteX3" fmla="*/ 1042189 w 2059925"/>
                <a:gd name="connsiteY3" fmla="*/ 20002 h 2512349"/>
                <a:gd name="connsiteX4" fmla="*/ 1408014 w 2059925"/>
                <a:gd name="connsiteY4" fmla="*/ 813022 h 2512349"/>
                <a:gd name="connsiteX5" fmla="*/ 1274496 w 2059925"/>
                <a:gd name="connsiteY5" fmla="*/ 1415878 h 2512349"/>
                <a:gd name="connsiteX6" fmla="*/ 1408014 w 2059925"/>
                <a:gd name="connsiteY6" fmla="*/ 2095609 h 2512349"/>
                <a:gd name="connsiteX7" fmla="*/ 2059925 w 2059925"/>
                <a:gd name="connsiteY7" fmla="*/ 2512349 h 2512349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274496 w 2059925"/>
                <a:gd name="connsiteY5" fmla="*/ 1398669 h 2495140"/>
                <a:gd name="connsiteX6" fmla="*/ 1408014 w 2059925"/>
                <a:gd name="connsiteY6" fmla="*/ 2078400 h 2495140"/>
                <a:gd name="connsiteX7" fmla="*/ 2059925 w 2059925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114279 w 2059925"/>
                <a:gd name="connsiteY5" fmla="*/ 1435084 h 2495140"/>
                <a:gd name="connsiteX6" fmla="*/ 1408014 w 2059925"/>
                <a:gd name="connsiteY6" fmla="*/ 2078400 h 2495140"/>
                <a:gd name="connsiteX7" fmla="*/ 2059925 w 2059925"/>
                <a:gd name="connsiteY7" fmla="*/ 2495140 h 2495140"/>
                <a:gd name="connsiteX0" fmla="*/ 0 w 2093259"/>
                <a:gd name="connsiteY0" fmla="*/ 2353530 h 2495140"/>
                <a:gd name="connsiteX1" fmla="*/ 315589 w 2093259"/>
                <a:gd name="connsiteY1" fmla="*/ 1362255 h 2495140"/>
                <a:gd name="connsiteX2" fmla="*/ 682507 w 2093259"/>
                <a:gd name="connsiteY2" fmla="*/ 318383 h 2495140"/>
                <a:gd name="connsiteX3" fmla="*/ 1042189 w 2093259"/>
                <a:gd name="connsiteY3" fmla="*/ 2793 h 2495140"/>
                <a:gd name="connsiteX4" fmla="*/ 1527033 w 2093259"/>
                <a:gd name="connsiteY4" fmla="*/ 451901 h 2495140"/>
                <a:gd name="connsiteX5" fmla="*/ 1114279 w 2093259"/>
                <a:gd name="connsiteY5" fmla="*/ 1435084 h 2495140"/>
                <a:gd name="connsiteX6" fmla="*/ 2071768 w 2093259"/>
                <a:gd name="connsiteY6" fmla="*/ 1961066 h 2495140"/>
                <a:gd name="connsiteX7" fmla="*/ 2059925 w 2093259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114279 w 2059925"/>
                <a:gd name="connsiteY5" fmla="*/ 1435084 h 2495140"/>
                <a:gd name="connsiteX6" fmla="*/ 730529 w 2059925"/>
                <a:gd name="connsiteY6" fmla="*/ 2118860 h 2495140"/>
                <a:gd name="connsiteX7" fmla="*/ 2059925 w 2059925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663592 w 2059925"/>
                <a:gd name="connsiteY5" fmla="*/ 1588832 h 2495140"/>
                <a:gd name="connsiteX6" fmla="*/ 730529 w 2059925"/>
                <a:gd name="connsiteY6" fmla="*/ 2118860 h 2495140"/>
                <a:gd name="connsiteX7" fmla="*/ 2059925 w 2059925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663592 w 2059925"/>
                <a:gd name="connsiteY5" fmla="*/ 1588832 h 2495140"/>
                <a:gd name="connsiteX6" fmla="*/ 1288997 w 2059925"/>
                <a:gd name="connsiteY6" fmla="*/ 2078399 h 2495140"/>
                <a:gd name="connsiteX7" fmla="*/ 2059925 w 2059925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269918 w 2059925"/>
                <a:gd name="connsiteY5" fmla="*/ 1410807 h 2495140"/>
                <a:gd name="connsiteX6" fmla="*/ 1288997 w 2059925"/>
                <a:gd name="connsiteY6" fmla="*/ 2078399 h 2495140"/>
                <a:gd name="connsiteX7" fmla="*/ 2059925 w 2059925"/>
                <a:gd name="connsiteY7" fmla="*/ 2495140 h 2495140"/>
                <a:gd name="connsiteX0" fmla="*/ 0 w 2059925"/>
                <a:gd name="connsiteY0" fmla="*/ 2353530 h 2495140"/>
                <a:gd name="connsiteX1" fmla="*/ 315589 w 2059925"/>
                <a:gd name="connsiteY1" fmla="*/ 1362255 h 2495140"/>
                <a:gd name="connsiteX2" fmla="*/ 682507 w 2059925"/>
                <a:gd name="connsiteY2" fmla="*/ 318383 h 2495140"/>
                <a:gd name="connsiteX3" fmla="*/ 1042189 w 2059925"/>
                <a:gd name="connsiteY3" fmla="*/ 2793 h 2495140"/>
                <a:gd name="connsiteX4" fmla="*/ 1527033 w 2059925"/>
                <a:gd name="connsiteY4" fmla="*/ 451901 h 2495140"/>
                <a:gd name="connsiteX5" fmla="*/ 1269918 w 2059925"/>
                <a:gd name="connsiteY5" fmla="*/ 1410807 h 2495140"/>
                <a:gd name="connsiteX6" fmla="*/ 1421747 w 2059925"/>
                <a:gd name="connsiteY6" fmla="*/ 2050077 h 2495140"/>
                <a:gd name="connsiteX7" fmla="*/ 2059925 w 2059925"/>
                <a:gd name="connsiteY7" fmla="*/ 2495140 h 2495140"/>
                <a:gd name="connsiteX0" fmla="*/ 0 w 3593425"/>
                <a:gd name="connsiteY0" fmla="*/ 2353530 h 2474910"/>
                <a:gd name="connsiteX1" fmla="*/ 315589 w 3593425"/>
                <a:gd name="connsiteY1" fmla="*/ 1362255 h 2474910"/>
                <a:gd name="connsiteX2" fmla="*/ 682507 w 3593425"/>
                <a:gd name="connsiteY2" fmla="*/ 318383 h 2474910"/>
                <a:gd name="connsiteX3" fmla="*/ 1042189 w 3593425"/>
                <a:gd name="connsiteY3" fmla="*/ 2793 h 2474910"/>
                <a:gd name="connsiteX4" fmla="*/ 1527033 w 3593425"/>
                <a:gd name="connsiteY4" fmla="*/ 451901 h 2474910"/>
                <a:gd name="connsiteX5" fmla="*/ 1269918 w 3593425"/>
                <a:gd name="connsiteY5" fmla="*/ 1410807 h 2474910"/>
                <a:gd name="connsiteX6" fmla="*/ 1421747 w 3593425"/>
                <a:gd name="connsiteY6" fmla="*/ 2050077 h 2474910"/>
                <a:gd name="connsiteX7" fmla="*/ 3593425 w 3593425"/>
                <a:gd name="connsiteY7" fmla="*/ 2474910 h 2474910"/>
                <a:gd name="connsiteX0" fmla="*/ 0 w 3593425"/>
                <a:gd name="connsiteY0" fmla="*/ 2353530 h 2474910"/>
                <a:gd name="connsiteX1" fmla="*/ 315589 w 3593425"/>
                <a:gd name="connsiteY1" fmla="*/ 1362255 h 2474910"/>
                <a:gd name="connsiteX2" fmla="*/ 682507 w 3593425"/>
                <a:gd name="connsiteY2" fmla="*/ 318383 h 2474910"/>
                <a:gd name="connsiteX3" fmla="*/ 1042189 w 3593425"/>
                <a:gd name="connsiteY3" fmla="*/ 2793 h 2474910"/>
                <a:gd name="connsiteX4" fmla="*/ 1527033 w 3593425"/>
                <a:gd name="connsiteY4" fmla="*/ 451901 h 2474910"/>
                <a:gd name="connsiteX5" fmla="*/ 1269918 w 3593425"/>
                <a:gd name="connsiteY5" fmla="*/ 1410807 h 2474910"/>
                <a:gd name="connsiteX6" fmla="*/ 1577385 w 3593425"/>
                <a:gd name="connsiteY6" fmla="*/ 2187642 h 2474910"/>
                <a:gd name="connsiteX7" fmla="*/ 3593425 w 3593425"/>
                <a:gd name="connsiteY7" fmla="*/ 2474910 h 2474910"/>
                <a:gd name="connsiteX0" fmla="*/ 0 w 3593425"/>
                <a:gd name="connsiteY0" fmla="*/ 2353530 h 2474910"/>
                <a:gd name="connsiteX1" fmla="*/ 315589 w 3593425"/>
                <a:gd name="connsiteY1" fmla="*/ 1362255 h 2474910"/>
                <a:gd name="connsiteX2" fmla="*/ 682507 w 3593425"/>
                <a:gd name="connsiteY2" fmla="*/ 318383 h 2474910"/>
                <a:gd name="connsiteX3" fmla="*/ 1042189 w 3593425"/>
                <a:gd name="connsiteY3" fmla="*/ 2793 h 2474910"/>
                <a:gd name="connsiteX4" fmla="*/ 1527033 w 3593425"/>
                <a:gd name="connsiteY4" fmla="*/ 451901 h 2474910"/>
                <a:gd name="connsiteX5" fmla="*/ 1269918 w 3593425"/>
                <a:gd name="connsiteY5" fmla="*/ 1410807 h 2474910"/>
                <a:gd name="connsiteX6" fmla="*/ 1559075 w 3593425"/>
                <a:gd name="connsiteY6" fmla="*/ 2114814 h 2474910"/>
                <a:gd name="connsiteX7" fmla="*/ 3593425 w 3593425"/>
                <a:gd name="connsiteY7" fmla="*/ 2474910 h 2474910"/>
                <a:gd name="connsiteX0" fmla="*/ 0 w 3593425"/>
                <a:gd name="connsiteY0" fmla="*/ 2353530 h 2474910"/>
                <a:gd name="connsiteX1" fmla="*/ 315589 w 3593425"/>
                <a:gd name="connsiteY1" fmla="*/ 1362255 h 2474910"/>
                <a:gd name="connsiteX2" fmla="*/ 682507 w 3593425"/>
                <a:gd name="connsiteY2" fmla="*/ 318383 h 2474910"/>
                <a:gd name="connsiteX3" fmla="*/ 1042189 w 3593425"/>
                <a:gd name="connsiteY3" fmla="*/ 2793 h 2474910"/>
                <a:gd name="connsiteX4" fmla="*/ 1527033 w 3593425"/>
                <a:gd name="connsiteY4" fmla="*/ 451901 h 2474910"/>
                <a:gd name="connsiteX5" fmla="*/ 1269918 w 3593425"/>
                <a:gd name="connsiteY5" fmla="*/ 1410807 h 2474910"/>
                <a:gd name="connsiteX6" fmla="*/ 1559075 w 3593425"/>
                <a:gd name="connsiteY6" fmla="*/ 2114814 h 2474910"/>
                <a:gd name="connsiteX7" fmla="*/ 3593425 w 3593425"/>
                <a:gd name="connsiteY7" fmla="*/ 2474910 h 2474910"/>
                <a:gd name="connsiteX0" fmla="*/ 0 w 3419475"/>
                <a:gd name="connsiteY0" fmla="*/ 2086493 h 2474910"/>
                <a:gd name="connsiteX1" fmla="*/ 141639 w 3419475"/>
                <a:gd name="connsiteY1" fmla="*/ 1362255 h 2474910"/>
                <a:gd name="connsiteX2" fmla="*/ 508557 w 3419475"/>
                <a:gd name="connsiteY2" fmla="*/ 318383 h 2474910"/>
                <a:gd name="connsiteX3" fmla="*/ 868239 w 3419475"/>
                <a:gd name="connsiteY3" fmla="*/ 2793 h 2474910"/>
                <a:gd name="connsiteX4" fmla="*/ 1353083 w 3419475"/>
                <a:gd name="connsiteY4" fmla="*/ 451901 h 2474910"/>
                <a:gd name="connsiteX5" fmla="*/ 1095968 w 3419475"/>
                <a:gd name="connsiteY5" fmla="*/ 1410807 h 2474910"/>
                <a:gd name="connsiteX6" fmla="*/ 1385125 w 3419475"/>
                <a:gd name="connsiteY6" fmla="*/ 2114814 h 2474910"/>
                <a:gd name="connsiteX7" fmla="*/ 3419475 w 3419475"/>
                <a:gd name="connsiteY7" fmla="*/ 2474910 h 2474910"/>
                <a:gd name="connsiteX0" fmla="*/ 0 w 3419475"/>
                <a:gd name="connsiteY0" fmla="*/ 2116910 h 2505327"/>
                <a:gd name="connsiteX1" fmla="*/ 141639 w 3419475"/>
                <a:gd name="connsiteY1" fmla="*/ 1392672 h 2505327"/>
                <a:gd name="connsiteX2" fmla="*/ 508557 w 3419475"/>
                <a:gd name="connsiteY2" fmla="*/ 348800 h 2505327"/>
                <a:gd name="connsiteX3" fmla="*/ 868239 w 3419475"/>
                <a:gd name="connsiteY3" fmla="*/ 33210 h 2505327"/>
                <a:gd name="connsiteX4" fmla="*/ 767149 w 3419475"/>
                <a:gd name="connsiteY4" fmla="*/ 1040668 h 2505327"/>
                <a:gd name="connsiteX5" fmla="*/ 1095968 w 3419475"/>
                <a:gd name="connsiteY5" fmla="*/ 1441224 h 2505327"/>
                <a:gd name="connsiteX6" fmla="*/ 1385125 w 3419475"/>
                <a:gd name="connsiteY6" fmla="*/ 2145231 h 2505327"/>
                <a:gd name="connsiteX7" fmla="*/ 3419475 w 3419475"/>
                <a:gd name="connsiteY7" fmla="*/ 2505327 h 2505327"/>
                <a:gd name="connsiteX0" fmla="*/ 0 w 3419475"/>
                <a:gd name="connsiteY0" fmla="*/ 2116910 h 2505327"/>
                <a:gd name="connsiteX1" fmla="*/ 141639 w 3419475"/>
                <a:gd name="connsiteY1" fmla="*/ 1392672 h 2505327"/>
                <a:gd name="connsiteX2" fmla="*/ 508557 w 3419475"/>
                <a:gd name="connsiteY2" fmla="*/ 348800 h 2505327"/>
                <a:gd name="connsiteX3" fmla="*/ 868239 w 3419475"/>
                <a:gd name="connsiteY3" fmla="*/ 33210 h 2505327"/>
                <a:gd name="connsiteX4" fmla="*/ 767149 w 3419475"/>
                <a:gd name="connsiteY4" fmla="*/ 1040668 h 2505327"/>
                <a:gd name="connsiteX5" fmla="*/ 807578 w 3419475"/>
                <a:gd name="connsiteY5" fmla="*/ 1728491 h 2505327"/>
                <a:gd name="connsiteX6" fmla="*/ 1385125 w 3419475"/>
                <a:gd name="connsiteY6" fmla="*/ 2145231 h 2505327"/>
                <a:gd name="connsiteX7" fmla="*/ 3419475 w 3419475"/>
                <a:gd name="connsiteY7" fmla="*/ 2505327 h 2505327"/>
                <a:gd name="connsiteX0" fmla="*/ 0 w 3419475"/>
                <a:gd name="connsiteY0" fmla="*/ 2116910 h 2505327"/>
                <a:gd name="connsiteX1" fmla="*/ 141639 w 3419475"/>
                <a:gd name="connsiteY1" fmla="*/ 1392672 h 2505327"/>
                <a:gd name="connsiteX2" fmla="*/ 508557 w 3419475"/>
                <a:gd name="connsiteY2" fmla="*/ 348800 h 2505327"/>
                <a:gd name="connsiteX3" fmla="*/ 868239 w 3419475"/>
                <a:gd name="connsiteY3" fmla="*/ 33210 h 2505327"/>
                <a:gd name="connsiteX4" fmla="*/ 767149 w 3419475"/>
                <a:gd name="connsiteY4" fmla="*/ 1040668 h 2505327"/>
                <a:gd name="connsiteX5" fmla="*/ 807578 w 3419475"/>
                <a:gd name="connsiteY5" fmla="*/ 1728491 h 2505327"/>
                <a:gd name="connsiteX6" fmla="*/ 1256953 w 3419475"/>
                <a:gd name="connsiteY6" fmla="*/ 1979344 h 2505327"/>
                <a:gd name="connsiteX7" fmla="*/ 3419475 w 3419475"/>
                <a:gd name="connsiteY7" fmla="*/ 2505327 h 2505327"/>
                <a:gd name="connsiteX0" fmla="*/ 0 w 1876820"/>
                <a:gd name="connsiteY0" fmla="*/ 2116910 h 2169404"/>
                <a:gd name="connsiteX1" fmla="*/ 141639 w 1876820"/>
                <a:gd name="connsiteY1" fmla="*/ 1392672 h 2169404"/>
                <a:gd name="connsiteX2" fmla="*/ 508557 w 1876820"/>
                <a:gd name="connsiteY2" fmla="*/ 348800 h 2169404"/>
                <a:gd name="connsiteX3" fmla="*/ 868239 w 1876820"/>
                <a:gd name="connsiteY3" fmla="*/ 33210 h 2169404"/>
                <a:gd name="connsiteX4" fmla="*/ 767149 w 1876820"/>
                <a:gd name="connsiteY4" fmla="*/ 1040668 h 2169404"/>
                <a:gd name="connsiteX5" fmla="*/ 807578 w 1876820"/>
                <a:gd name="connsiteY5" fmla="*/ 1728491 h 2169404"/>
                <a:gd name="connsiteX6" fmla="*/ 1256953 w 1876820"/>
                <a:gd name="connsiteY6" fmla="*/ 1979344 h 2169404"/>
                <a:gd name="connsiteX7" fmla="*/ 1876820 w 1876820"/>
                <a:gd name="connsiteY7" fmla="*/ 2104771 h 2169404"/>
                <a:gd name="connsiteX0" fmla="*/ 0 w 1876820"/>
                <a:gd name="connsiteY0" fmla="*/ 2116910 h 2124206"/>
                <a:gd name="connsiteX1" fmla="*/ 141639 w 1876820"/>
                <a:gd name="connsiteY1" fmla="*/ 1392672 h 2124206"/>
                <a:gd name="connsiteX2" fmla="*/ 508557 w 1876820"/>
                <a:gd name="connsiteY2" fmla="*/ 348800 h 2124206"/>
                <a:gd name="connsiteX3" fmla="*/ 868239 w 1876820"/>
                <a:gd name="connsiteY3" fmla="*/ 33210 h 2124206"/>
                <a:gd name="connsiteX4" fmla="*/ 767149 w 1876820"/>
                <a:gd name="connsiteY4" fmla="*/ 1040668 h 2124206"/>
                <a:gd name="connsiteX5" fmla="*/ 807578 w 1876820"/>
                <a:gd name="connsiteY5" fmla="*/ 1728491 h 2124206"/>
                <a:gd name="connsiteX6" fmla="*/ 1142514 w 1876820"/>
                <a:gd name="connsiteY6" fmla="*/ 1890331 h 2124206"/>
                <a:gd name="connsiteX7" fmla="*/ 1876820 w 1876820"/>
                <a:gd name="connsiteY7" fmla="*/ 2104771 h 2124206"/>
                <a:gd name="connsiteX0" fmla="*/ 0 w 1876820"/>
                <a:gd name="connsiteY0" fmla="*/ 2116910 h 2116910"/>
                <a:gd name="connsiteX1" fmla="*/ 141639 w 1876820"/>
                <a:gd name="connsiteY1" fmla="*/ 1392672 h 2116910"/>
                <a:gd name="connsiteX2" fmla="*/ 508557 w 1876820"/>
                <a:gd name="connsiteY2" fmla="*/ 348800 h 2116910"/>
                <a:gd name="connsiteX3" fmla="*/ 868239 w 1876820"/>
                <a:gd name="connsiteY3" fmla="*/ 33210 h 2116910"/>
                <a:gd name="connsiteX4" fmla="*/ 767149 w 1876820"/>
                <a:gd name="connsiteY4" fmla="*/ 1040668 h 2116910"/>
                <a:gd name="connsiteX5" fmla="*/ 807578 w 1876820"/>
                <a:gd name="connsiteY5" fmla="*/ 1728491 h 2116910"/>
                <a:gd name="connsiteX6" fmla="*/ 1142514 w 1876820"/>
                <a:gd name="connsiteY6" fmla="*/ 1890331 h 2116910"/>
                <a:gd name="connsiteX7" fmla="*/ 1876820 w 1876820"/>
                <a:gd name="connsiteY7" fmla="*/ 2104771 h 2116910"/>
                <a:gd name="connsiteX0" fmla="*/ 0 w 1821889"/>
                <a:gd name="connsiteY0" fmla="*/ 2116910 h 2120955"/>
                <a:gd name="connsiteX1" fmla="*/ 141639 w 1821889"/>
                <a:gd name="connsiteY1" fmla="*/ 1392672 h 2120955"/>
                <a:gd name="connsiteX2" fmla="*/ 508557 w 1821889"/>
                <a:gd name="connsiteY2" fmla="*/ 348800 h 2120955"/>
                <a:gd name="connsiteX3" fmla="*/ 868239 w 1821889"/>
                <a:gd name="connsiteY3" fmla="*/ 33210 h 2120955"/>
                <a:gd name="connsiteX4" fmla="*/ 767149 w 1821889"/>
                <a:gd name="connsiteY4" fmla="*/ 1040668 h 2120955"/>
                <a:gd name="connsiteX5" fmla="*/ 807578 w 1821889"/>
                <a:gd name="connsiteY5" fmla="*/ 1728491 h 2120955"/>
                <a:gd name="connsiteX6" fmla="*/ 1142514 w 1821889"/>
                <a:gd name="connsiteY6" fmla="*/ 1890331 h 2120955"/>
                <a:gd name="connsiteX7" fmla="*/ 1821889 w 1821889"/>
                <a:gd name="connsiteY7" fmla="*/ 2120955 h 2120955"/>
                <a:gd name="connsiteX0" fmla="*/ 0 w 1821889"/>
                <a:gd name="connsiteY0" fmla="*/ 2116910 h 2120955"/>
                <a:gd name="connsiteX1" fmla="*/ 141639 w 1821889"/>
                <a:gd name="connsiteY1" fmla="*/ 1392672 h 2120955"/>
                <a:gd name="connsiteX2" fmla="*/ 508557 w 1821889"/>
                <a:gd name="connsiteY2" fmla="*/ 348800 h 2120955"/>
                <a:gd name="connsiteX3" fmla="*/ 868239 w 1821889"/>
                <a:gd name="connsiteY3" fmla="*/ 33210 h 2120955"/>
                <a:gd name="connsiteX4" fmla="*/ 767149 w 1821889"/>
                <a:gd name="connsiteY4" fmla="*/ 1040668 h 2120955"/>
                <a:gd name="connsiteX5" fmla="*/ 807578 w 1821889"/>
                <a:gd name="connsiteY5" fmla="*/ 1728491 h 2120955"/>
                <a:gd name="connsiteX6" fmla="*/ 1142514 w 1821889"/>
                <a:gd name="connsiteY6" fmla="*/ 1890331 h 2120955"/>
                <a:gd name="connsiteX7" fmla="*/ 1821889 w 1821889"/>
                <a:gd name="connsiteY7" fmla="*/ 2120955 h 2120955"/>
                <a:gd name="connsiteX0" fmla="*/ 0 w 1821889"/>
                <a:gd name="connsiteY0" fmla="*/ 2116910 h 2120955"/>
                <a:gd name="connsiteX1" fmla="*/ 141639 w 1821889"/>
                <a:gd name="connsiteY1" fmla="*/ 1392672 h 2120955"/>
                <a:gd name="connsiteX2" fmla="*/ 508557 w 1821889"/>
                <a:gd name="connsiteY2" fmla="*/ 348800 h 2120955"/>
                <a:gd name="connsiteX3" fmla="*/ 868239 w 1821889"/>
                <a:gd name="connsiteY3" fmla="*/ 33210 h 2120955"/>
                <a:gd name="connsiteX4" fmla="*/ 767149 w 1821889"/>
                <a:gd name="connsiteY4" fmla="*/ 1040668 h 2120955"/>
                <a:gd name="connsiteX5" fmla="*/ 807578 w 1821889"/>
                <a:gd name="connsiteY5" fmla="*/ 1728491 h 2120955"/>
                <a:gd name="connsiteX6" fmla="*/ 1142514 w 1821889"/>
                <a:gd name="connsiteY6" fmla="*/ 1890331 h 2120955"/>
                <a:gd name="connsiteX7" fmla="*/ 1821889 w 1821889"/>
                <a:gd name="connsiteY7" fmla="*/ 2120955 h 2120955"/>
                <a:gd name="connsiteX0" fmla="*/ 0 w 1821889"/>
                <a:gd name="connsiteY0" fmla="*/ 2116910 h 2120955"/>
                <a:gd name="connsiteX1" fmla="*/ 141639 w 1821889"/>
                <a:gd name="connsiteY1" fmla="*/ 1392672 h 2120955"/>
                <a:gd name="connsiteX2" fmla="*/ 508557 w 1821889"/>
                <a:gd name="connsiteY2" fmla="*/ 348800 h 2120955"/>
                <a:gd name="connsiteX3" fmla="*/ 868239 w 1821889"/>
                <a:gd name="connsiteY3" fmla="*/ 33210 h 2120955"/>
                <a:gd name="connsiteX4" fmla="*/ 767149 w 1821889"/>
                <a:gd name="connsiteY4" fmla="*/ 1040668 h 2120955"/>
                <a:gd name="connsiteX5" fmla="*/ 807578 w 1821889"/>
                <a:gd name="connsiteY5" fmla="*/ 1728491 h 2120955"/>
                <a:gd name="connsiteX6" fmla="*/ 1821889 w 1821889"/>
                <a:gd name="connsiteY6" fmla="*/ 2120955 h 2120955"/>
                <a:gd name="connsiteX0" fmla="*/ 0 w 1835622"/>
                <a:gd name="connsiteY0" fmla="*/ 2116910 h 2137139"/>
                <a:gd name="connsiteX1" fmla="*/ 141639 w 1835622"/>
                <a:gd name="connsiteY1" fmla="*/ 1392672 h 2137139"/>
                <a:gd name="connsiteX2" fmla="*/ 508557 w 1835622"/>
                <a:gd name="connsiteY2" fmla="*/ 348800 h 2137139"/>
                <a:gd name="connsiteX3" fmla="*/ 868239 w 1835622"/>
                <a:gd name="connsiteY3" fmla="*/ 33210 h 2137139"/>
                <a:gd name="connsiteX4" fmla="*/ 767149 w 1835622"/>
                <a:gd name="connsiteY4" fmla="*/ 1040668 h 2137139"/>
                <a:gd name="connsiteX5" fmla="*/ 807578 w 1835622"/>
                <a:gd name="connsiteY5" fmla="*/ 1728491 h 2137139"/>
                <a:gd name="connsiteX6" fmla="*/ 1835622 w 1835622"/>
                <a:gd name="connsiteY6" fmla="*/ 2137139 h 2137139"/>
                <a:gd name="connsiteX0" fmla="*/ 0 w 1835622"/>
                <a:gd name="connsiteY0" fmla="*/ 2117168 h 2137397"/>
                <a:gd name="connsiteX1" fmla="*/ 141639 w 1835622"/>
                <a:gd name="connsiteY1" fmla="*/ 1392930 h 2137397"/>
                <a:gd name="connsiteX2" fmla="*/ 508557 w 1835622"/>
                <a:gd name="connsiteY2" fmla="*/ 349058 h 2137397"/>
                <a:gd name="connsiteX3" fmla="*/ 868239 w 1835622"/>
                <a:gd name="connsiteY3" fmla="*/ 33468 h 2137397"/>
                <a:gd name="connsiteX4" fmla="*/ 588622 w 1835622"/>
                <a:gd name="connsiteY4" fmla="*/ 1044972 h 2137397"/>
                <a:gd name="connsiteX5" fmla="*/ 807578 w 1835622"/>
                <a:gd name="connsiteY5" fmla="*/ 1728749 h 2137397"/>
                <a:gd name="connsiteX6" fmla="*/ 1835622 w 1835622"/>
                <a:gd name="connsiteY6" fmla="*/ 2137397 h 2137397"/>
                <a:gd name="connsiteX0" fmla="*/ 0 w 1835622"/>
                <a:gd name="connsiteY0" fmla="*/ 2055581 h 2075810"/>
                <a:gd name="connsiteX1" fmla="*/ 141639 w 1835622"/>
                <a:gd name="connsiteY1" fmla="*/ 1331343 h 2075810"/>
                <a:gd name="connsiteX2" fmla="*/ 508557 w 1835622"/>
                <a:gd name="connsiteY2" fmla="*/ 287471 h 2075810"/>
                <a:gd name="connsiteX3" fmla="*/ 941481 w 1835622"/>
                <a:gd name="connsiteY3" fmla="*/ 40663 h 2075810"/>
                <a:gd name="connsiteX4" fmla="*/ 588622 w 1835622"/>
                <a:gd name="connsiteY4" fmla="*/ 983385 h 2075810"/>
                <a:gd name="connsiteX5" fmla="*/ 807578 w 1835622"/>
                <a:gd name="connsiteY5" fmla="*/ 1667162 h 2075810"/>
                <a:gd name="connsiteX6" fmla="*/ 1835622 w 1835622"/>
                <a:gd name="connsiteY6" fmla="*/ 2075810 h 2075810"/>
                <a:gd name="connsiteX0" fmla="*/ 0 w 1835622"/>
                <a:gd name="connsiteY0" fmla="*/ 2055581 h 2075810"/>
                <a:gd name="connsiteX1" fmla="*/ 141639 w 1835622"/>
                <a:gd name="connsiteY1" fmla="*/ 1331343 h 2075810"/>
                <a:gd name="connsiteX2" fmla="*/ 508557 w 1835622"/>
                <a:gd name="connsiteY2" fmla="*/ 287471 h 2075810"/>
                <a:gd name="connsiteX3" fmla="*/ 941481 w 1835622"/>
                <a:gd name="connsiteY3" fmla="*/ 40663 h 2075810"/>
                <a:gd name="connsiteX4" fmla="*/ 588622 w 1835622"/>
                <a:gd name="connsiteY4" fmla="*/ 983385 h 2075810"/>
                <a:gd name="connsiteX5" fmla="*/ 922019 w 1835622"/>
                <a:gd name="connsiteY5" fmla="*/ 1885647 h 2075810"/>
                <a:gd name="connsiteX6" fmla="*/ 1835622 w 1835622"/>
                <a:gd name="connsiteY6" fmla="*/ 2075810 h 2075810"/>
                <a:gd name="connsiteX0" fmla="*/ 0 w 1826871"/>
                <a:gd name="connsiteY0" fmla="*/ 2030695 h 2075810"/>
                <a:gd name="connsiteX1" fmla="*/ 132888 w 1826871"/>
                <a:gd name="connsiteY1" fmla="*/ 1331343 h 2075810"/>
                <a:gd name="connsiteX2" fmla="*/ 499806 w 1826871"/>
                <a:gd name="connsiteY2" fmla="*/ 287471 h 2075810"/>
                <a:gd name="connsiteX3" fmla="*/ 932730 w 1826871"/>
                <a:gd name="connsiteY3" fmla="*/ 40663 h 2075810"/>
                <a:gd name="connsiteX4" fmla="*/ 579871 w 1826871"/>
                <a:gd name="connsiteY4" fmla="*/ 983385 h 2075810"/>
                <a:gd name="connsiteX5" fmla="*/ 913268 w 1826871"/>
                <a:gd name="connsiteY5" fmla="*/ 1885647 h 2075810"/>
                <a:gd name="connsiteX6" fmla="*/ 1826871 w 1826871"/>
                <a:gd name="connsiteY6" fmla="*/ 2075810 h 2075810"/>
                <a:gd name="connsiteX0" fmla="*/ 0 w 1825121"/>
                <a:gd name="connsiteY0" fmla="*/ 2030695 h 2055589"/>
                <a:gd name="connsiteX1" fmla="*/ 132888 w 1825121"/>
                <a:gd name="connsiteY1" fmla="*/ 1331343 h 2055589"/>
                <a:gd name="connsiteX2" fmla="*/ 499806 w 1825121"/>
                <a:gd name="connsiteY2" fmla="*/ 287471 h 2055589"/>
                <a:gd name="connsiteX3" fmla="*/ 932730 w 1825121"/>
                <a:gd name="connsiteY3" fmla="*/ 40663 h 2055589"/>
                <a:gd name="connsiteX4" fmla="*/ 579871 w 1825121"/>
                <a:gd name="connsiteY4" fmla="*/ 983385 h 2055589"/>
                <a:gd name="connsiteX5" fmla="*/ 913268 w 1825121"/>
                <a:gd name="connsiteY5" fmla="*/ 1885647 h 2055589"/>
                <a:gd name="connsiteX6" fmla="*/ 1825121 w 1825121"/>
                <a:gd name="connsiteY6" fmla="*/ 2055589 h 2055589"/>
                <a:gd name="connsiteX0" fmla="*/ 0 w 1825121"/>
                <a:gd name="connsiteY0" fmla="*/ 2030695 h 2055589"/>
                <a:gd name="connsiteX1" fmla="*/ 132888 w 1825121"/>
                <a:gd name="connsiteY1" fmla="*/ 1331343 h 2055589"/>
                <a:gd name="connsiteX2" fmla="*/ 499806 w 1825121"/>
                <a:gd name="connsiteY2" fmla="*/ 287471 h 2055589"/>
                <a:gd name="connsiteX3" fmla="*/ 932730 w 1825121"/>
                <a:gd name="connsiteY3" fmla="*/ 40663 h 2055589"/>
                <a:gd name="connsiteX4" fmla="*/ 579871 w 1825121"/>
                <a:gd name="connsiteY4" fmla="*/ 983385 h 2055589"/>
                <a:gd name="connsiteX5" fmla="*/ 913268 w 1825121"/>
                <a:gd name="connsiteY5" fmla="*/ 1885647 h 2055589"/>
                <a:gd name="connsiteX6" fmla="*/ 1825121 w 1825121"/>
                <a:gd name="connsiteY6" fmla="*/ 2055589 h 2055589"/>
                <a:gd name="connsiteX0" fmla="*/ 0 w 2034190"/>
                <a:gd name="connsiteY0" fmla="*/ 2030695 h 2200757"/>
                <a:gd name="connsiteX1" fmla="*/ 132888 w 2034190"/>
                <a:gd name="connsiteY1" fmla="*/ 1331343 h 2200757"/>
                <a:gd name="connsiteX2" fmla="*/ 499806 w 2034190"/>
                <a:gd name="connsiteY2" fmla="*/ 287471 h 2200757"/>
                <a:gd name="connsiteX3" fmla="*/ 932730 w 2034190"/>
                <a:gd name="connsiteY3" fmla="*/ 40663 h 2200757"/>
                <a:gd name="connsiteX4" fmla="*/ 579871 w 2034190"/>
                <a:gd name="connsiteY4" fmla="*/ 983385 h 2200757"/>
                <a:gd name="connsiteX5" fmla="*/ 913268 w 2034190"/>
                <a:gd name="connsiteY5" fmla="*/ 1885647 h 2200757"/>
                <a:gd name="connsiteX6" fmla="*/ 2034190 w 2034190"/>
                <a:gd name="connsiteY6" fmla="*/ 2200757 h 2200757"/>
                <a:gd name="connsiteX0" fmla="*/ 0 w 1955789"/>
                <a:gd name="connsiteY0" fmla="*/ 1583578 h 2200757"/>
                <a:gd name="connsiteX1" fmla="*/ 54487 w 1955789"/>
                <a:gd name="connsiteY1" fmla="*/ 1331343 h 2200757"/>
                <a:gd name="connsiteX2" fmla="*/ 421405 w 1955789"/>
                <a:gd name="connsiteY2" fmla="*/ 287471 h 2200757"/>
                <a:gd name="connsiteX3" fmla="*/ 854329 w 1955789"/>
                <a:gd name="connsiteY3" fmla="*/ 40663 h 2200757"/>
                <a:gd name="connsiteX4" fmla="*/ 501470 w 1955789"/>
                <a:gd name="connsiteY4" fmla="*/ 983385 h 2200757"/>
                <a:gd name="connsiteX5" fmla="*/ 834867 w 1955789"/>
                <a:gd name="connsiteY5" fmla="*/ 1885647 h 2200757"/>
                <a:gd name="connsiteX6" fmla="*/ 1955789 w 1955789"/>
                <a:gd name="connsiteY6" fmla="*/ 2200757 h 2200757"/>
                <a:gd name="connsiteX0" fmla="*/ 0 w 1981923"/>
                <a:gd name="connsiteY0" fmla="*/ 1566158 h 2200757"/>
                <a:gd name="connsiteX1" fmla="*/ 80621 w 1981923"/>
                <a:gd name="connsiteY1" fmla="*/ 1331343 h 2200757"/>
                <a:gd name="connsiteX2" fmla="*/ 447539 w 1981923"/>
                <a:gd name="connsiteY2" fmla="*/ 287471 h 2200757"/>
                <a:gd name="connsiteX3" fmla="*/ 880463 w 1981923"/>
                <a:gd name="connsiteY3" fmla="*/ 40663 h 2200757"/>
                <a:gd name="connsiteX4" fmla="*/ 527604 w 1981923"/>
                <a:gd name="connsiteY4" fmla="*/ 983385 h 2200757"/>
                <a:gd name="connsiteX5" fmla="*/ 861001 w 1981923"/>
                <a:gd name="connsiteY5" fmla="*/ 1885647 h 2200757"/>
                <a:gd name="connsiteX6" fmla="*/ 1981923 w 1981923"/>
                <a:gd name="connsiteY6" fmla="*/ 2200757 h 220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1923" h="2200757">
                  <a:moveTo>
                    <a:pt x="0" y="1566158"/>
                  </a:moveTo>
                  <a:cubicBezTo>
                    <a:pt x="97104" y="1239104"/>
                    <a:pt x="6031" y="1544457"/>
                    <a:pt x="80621" y="1331343"/>
                  </a:cubicBezTo>
                  <a:cubicBezTo>
                    <a:pt x="155211" y="1118229"/>
                    <a:pt x="314232" y="502584"/>
                    <a:pt x="447539" y="287471"/>
                  </a:cubicBezTo>
                  <a:cubicBezTo>
                    <a:pt x="580846" y="72358"/>
                    <a:pt x="867119" y="-75322"/>
                    <a:pt x="880463" y="40663"/>
                  </a:cubicBezTo>
                  <a:cubicBezTo>
                    <a:pt x="893807" y="156648"/>
                    <a:pt x="530848" y="675888"/>
                    <a:pt x="527604" y="983385"/>
                  </a:cubicBezTo>
                  <a:cubicBezTo>
                    <a:pt x="524360" y="1290882"/>
                    <a:pt x="653459" y="1706946"/>
                    <a:pt x="861001" y="1885647"/>
                  </a:cubicBezTo>
                  <a:cubicBezTo>
                    <a:pt x="1068543" y="2064348"/>
                    <a:pt x="1742607" y="2146991"/>
                    <a:pt x="1981923" y="2200757"/>
                  </a:cubicBezTo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Sechseck 65">
              <a:extLst>
                <a:ext uri="{FF2B5EF4-FFF2-40B4-BE49-F238E27FC236}">
                  <a16:creationId xmlns:a16="http://schemas.microsoft.com/office/drawing/2014/main" id="{A7FC3C44-924E-4086-B105-2146C033D0C7}"/>
                </a:ext>
              </a:extLst>
            </p:cNvPr>
            <p:cNvSpPr/>
            <p:nvPr/>
          </p:nvSpPr>
          <p:spPr>
            <a:xfrm rot="16200000">
              <a:off x="2906174" y="789588"/>
              <a:ext cx="5843098" cy="5397388"/>
            </a:xfrm>
            <a:prstGeom prst="hexagon">
              <a:avLst/>
            </a:prstGeom>
            <a:noFill/>
            <a:ln w="127000">
              <a:solidFill>
                <a:srgbClr val="1866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9" name="Textfeld 138">
              <a:extLst>
                <a:ext uri="{FF2B5EF4-FFF2-40B4-BE49-F238E27FC236}">
                  <a16:creationId xmlns:a16="http://schemas.microsoft.com/office/drawing/2014/main" id="{900F31EA-E5E1-4983-8ECB-64D82EFF721B}"/>
                </a:ext>
              </a:extLst>
            </p:cNvPr>
            <p:cNvSpPr txBox="1"/>
            <p:nvPr/>
          </p:nvSpPr>
          <p:spPr>
            <a:xfrm>
              <a:off x="4035660" y="4794666"/>
              <a:ext cx="3419526" cy="830997"/>
            </a:xfrm>
            <a:prstGeom prst="rect">
              <a:avLst/>
            </a:prstGeom>
            <a:noFill/>
            <a:effectLst>
              <a:glow>
                <a:schemeClr val="accent1">
                  <a:satMod val="175000"/>
                </a:schemeClr>
              </a:glow>
              <a:outerShdw blurRad="50800" dist="50800" dir="5400000" sx="1000" sy="1000" algn="ctr" rotWithShape="0">
                <a:srgbClr val="000000">
                  <a:alpha val="43137"/>
                </a:srgbClr>
              </a:outerShdw>
              <a:reflection stA="45000" endPos="0" dist="50800" dir="5400000" sy="-100000" algn="bl" rotWithShape="0"/>
              <a:softEdge rad="0"/>
            </a:effectLst>
          </p:spPr>
          <p:txBody>
            <a:bodyPr wrap="none" rtlCol="0">
              <a:spAutoFit/>
            </a:bodyPr>
            <a:lstStyle/>
            <a:p>
              <a:r>
                <a:rPr lang="de-DE" sz="4800" b="1" dirty="0" err="1">
                  <a:ln w="127000" cmpd="sng">
                    <a:solidFill>
                      <a:schemeClr val="bg1"/>
                    </a:solidFill>
                    <a:prstDash val="solid"/>
                  </a:ln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mse</a:t>
              </a:r>
              <a:r>
                <a:rPr lang="de-DE" sz="4800" b="1" dirty="0" err="1">
                  <a:ln w="127000">
                    <a:solidFill>
                      <a:schemeClr val="bg1"/>
                    </a:solidFill>
                    <a:prstDash val="solid"/>
                  </a:ln>
                  <a:solidFill>
                    <a:srgbClr val="F4AB34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EMSRR</a:t>
              </a:r>
              <a:endParaRPr lang="de-DE" sz="4800" b="1" dirty="0">
                <a:ln w="127000">
                  <a:solidFill>
                    <a:schemeClr val="bg1"/>
                  </a:solidFill>
                  <a:prstDash val="solid"/>
                </a:ln>
                <a:solidFill>
                  <a:srgbClr val="F4AB34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7688931C-4E38-4181-A917-C3C011A7B82A}"/>
                </a:ext>
              </a:extLst>
            </p:cNvPr>
            <p:cNvSpPr txBox="1"/>
            <p:nvPr/>
          </p:nvSpPr>
          <p:spPr>
            <a:xfrm>
              <a:off x="4048857" y="4785072"/>
              <a:ext cx="3419526" cy="830997"/>
            </a:xfrm>
            <a:prstGeom prst="rect">
              <a:avLst/>
            </a:prstGeom>
            <a:noFill/>
            <a:effectLst>
              <a:glow>
                <a:schemeClr val="accent1">
                  <a:satMod val="175000"/>
                </a:schemeClr>
              </a:glow>
              <a:outerShdw blurRad="50800" dist="50800" dir="5400000" sx="1000" sy="1000" algn="ctr" rotWithShape="0">
                <a:srgbClr val="000000">
                  <a:alpha val="43137"/>
                </a:srgbClr>
              </a:outerShdw>
              <a:reflection stA="45000" endPos="0" dist="50800" dir="5400000" sy="-100000" algn="bl" rotWithShape="0"/>
              <a:softEdge rad="0"/>
            </a:effectLst>
          </p:spPr>
          <p:txBody>
            <a:bodyPr wrap="none" rtlCol="0">
              <a:spAutoFit/>
            </a:bodyPr>
            <a:lstStyle/>
            <a:p>
              <a:r>
                <a:rPr lang="de-DE" sz="4800" b="1" dirty="0" err="1">
                  <a:ln w="50800" cmpd="sng">
                    <a:noFill/>
                    <a:prstDash val="solid"/>
                  </a:ln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mse</a:t>
              </a:r>
              <a:r>
                <a:rPr lang="de-DE" sz="4800" b="1" dirty="0" err="1">
                  <a:ln w="50800">
                    <a:noFill/>
                    <a:prstDash val="solid"/>
                  </a:ln>
                  <a:solidFill>
                    <a:srgbClr val="186676"/>
                  </a:solidFill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rPr>
                <a:t>EMSRR</a:t>
              </a:r>
              <a:endParaRPr lang="de-DE" sz="4800" b="1" dirty="0">
                <a:ln w="50800">
                  <a:noFill/>
                  <a:prstDash val="solid"/>
                </a:ln>
                <a:solidFill>
                  <a:srgbClr val="186676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4522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Breitbild</PresentationFormat>
  <Paragraphs>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Ebrima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Bernhard Kühn</dc:creator>
  <cp:lastModifiedBy>Bernhard Kühn</cp:lastModifiedBy>
  <cp:revision>23</cp:revision>
  <dcterms:created xsi:type="dcterms:W3CDTF">2025-06-11T06:36:32Z</dcterms:created>
  <dcterms:modified xsi:type="dcterms:W3CDTF">2025-06-12T08:29:00Z</dcterms:modified>
</cp:coreProperties>
</file>